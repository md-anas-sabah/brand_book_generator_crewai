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Brand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 to your brand identity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 Variations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914400"/>
          </a:xfrm>
          <a:prstGeom prst="rect">
            <a:avLst/>
          </a:prstGeom>
          <a:solidFill>
            <a:srgbClr val="2222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Primary</a:t>
            </a:r>
          </a:p>
          <a:p>
            <a:pPr>
              <a:defRPr sz="1200" b="1"/>
            </a:pPr>
            <a:r>
              <a:t>#222222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371600"/>
            <a:ext cx="1371600" cy="914400"/>
          </a:xfrm>
          <a:prstGeom prst="rect">
            <a:avLst/>
          </a:prstGeom>
          <a:solidFill>
            <a:srgbClr val="EEEE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Secondary</a:t>
            </a:r>
          </a:p>
          <a:p>
            <a:pPr>
              <a:defRPr sz="1200" b="1"/>
            </a:pPr>
            <a:r>
              <a:t>#EEEEEE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1371600" cy="914400"/>
          </a:xfrm>
          <a:prstGeom prst="rect">
            <a:avLst/>
          </a:prstGeom>
          <a:solidFill>
            <a:srgbClr val="FEC5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Accent</a:t>
            </a:r>
          </a:p>
          <a:p>
            <a:pPr>
              <a:defRPr sz="1200" b="1"/>
            </a:pPr>
            <a:r>
              <a:t>#FEC556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Primary Font: Montserrat</a:t>
            </a:r>
          </a:p>
          <a:p>
            <a:pPr>
              <a:defRPr sz="1800"/>
            </a:pPr>
            <a:r>
              <a:t>Secondary Font: Lato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&amp; Photography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Visual Style:</a:t>
            </a:r>
          </a:p>
          <a:p>
            <a:pPr>
              <a:defRPr sz="1600"/>
            </a:pPr>
            <a:r>
              <a:t>Modern, minimal, lots of whitespace, bold accent color.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Photography Style:</a:t>
            </a:r>
          </a:p>
          <a:p>
            <a:pPr>
              <a:defRPr sz="1600"/>
            </a:pPr>
            <a:r>
              <a:t>Clean, authentic, natural light, focus on diversity.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Acme is here to innovate fintech for everyone.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Make finance easy for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Innovation</a:t>
            </a:r>
          </a:p>
          <a:p>
            <a:pPr>
              <a:defRPr sz="1800"/>
            </a:pPr>
            <a:r>
              <a:t>Customer Focus</a:t>
            </a:r>
          </a:p>
          <a:p>
            <a:pPr>
              <a:defRPr sz="1800"/>
            </a:pPr>
            <a:r>
              <a:t>Integrity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Voice &amp; 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Friendly, helpful, smart.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Value Propositions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Fast</a:t>
            </a:r>
          </a:p>
          <a:p>
            <a:pPr>
              <a:defRPr sz="1800"/>
            </a:pPr>
            <a:r>
              <a:t>Secure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Copy: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Welcome to Acme!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Copy: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Acme for your finance.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Copy: Social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Finance made easy.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Collateral: Business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Modern layout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Collateral: Email 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Professional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