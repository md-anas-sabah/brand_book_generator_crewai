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Variation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 1/2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6060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 2/2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718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66759" y="30815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778240" y="29718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37947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1605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366759" y="42702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778240" y="41605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9834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Welcome to TechForward Live's brand identity system presentation. Here, we unveil a cohesive framework that guarantees an international, engaging, and recognizable brand presence. Rooted in our core values of innovation, simplicity, and human-centered design, this system embodies our commitment to bridging the gap between complex technology and intuitive user experiences.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At TechForward Live, our vision is to empower Progressive businesses with transformative digital solutions that propel them towards a future of limitless innovation and sustainable growth. We aspire to be the catalyst for change, driving digital transformation and unlocking the full potential of businesses through technology.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Our mission at TechForward Live is to deliver intuitive and human-centered technology solutions that simplify complexity, enhance productivity, and drive innovation in the Technology &amp; Digital Solutions industry. We are committed to bridging the gap between cutting-edge technology and user-friendly experiences, ensuring seamless integration and impactful outcomes for our clients.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At the core of TechForward Live's ethos are our unwavering values of Innovation, Simplicity, Human-Centered design, Excellence, Trust, and Reliability. We believe in pushing boundaries through continuous innovation, crafting solutions that prioritize simplicity without compromising on excellence. Our human-centered approach ensures that trust and reliability are woven into every aspect of our technology, empowering Progressive businesses to thrive in an ever-evolving digital landscape.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1_20250828_235333_3e1f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Choose for maximum impact and brand recognition in primary applications.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2_20250828_235352_a3259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Perfect for constrained spaces while maintaining professional brand presence and clarity.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zeta_logo_3_20250828_235415_054ba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3429000" cy="2971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57800" y="1200150"/>
            <a:ext cx="3429000" cy="445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Ideal for small sizes, watermarks, and applications requiring simplified brand representation.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001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Logo Variation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43000" y="1645920"/>
            <a:ext cx="1828800" cy="1371600"/>
          </a:xfrm>
          <a:prstGeom prst="rect">
            <a:avLst/>
          </a:prstGeom>
          <a:solidFill>
            <a:srgbClr val="FF4D4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54680" y="16459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Innovation Red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#FF4D4D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RGB(255, 77, 77)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CMYK(0, 69, 69, 0)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645920"/>
            <a:ext cx="1828800" cy="1371600"/>
          </a:xfrm>
          <a:prstGeom prst="rect">
            <a:avLst/>
          </a:prstGeom>
          <a:solidFill>
            <a:srgbClr val="3F88C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Tech Blue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#3F88C5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RGB(63, 136, 197)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CMYK(68, 30, 0, 22)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726180"/>
            <a:ext cx="1828800" cy="1371600"/>
          </a:xfrm>
          <a:prstGeom prst="rect">
            <a:avLst/>
          </a:prstGeom>
          <a:solidFill>
            <a:srgbClr val="00B15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4680" y="372618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Digital Green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#00B159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RGB(0, 177, 89)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CMYK(100, 0, 49, 30)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Primary Colors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43000" y="1571625"/>
            <a:ext cx="1828800" cy="914400"/>
          </a:xfrm>
          <a:prstGeom prst="rect">
            <a:avLst/>
          </a:prstGeom>
          <a:solidFill>
            <a:srgbClr val="F8F9F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2668905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Light Gray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#F8F9FA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571625"/>
            <a:ext cx="1828800" cy="914400"/>
          </a:xfrm>
          <a:prstGeom prst="rect">
            <a:avLst/>
          </a:prstGeom>
          <a:solidFill>
            <a:srgbClr val="6FFF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2668905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Mint Green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#6FFFB0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571625"/>
            <a:ext cx="1828800" cy="914400"/>
          </a:xfrm>
          <a:prstGeom prst="rect">
            <a:avLst/>
          </a:prstGeom>
          <a:solidFill>
            <a:srgbClr val="6E88A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2668905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Dusty Blue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#6E88A3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1700" y="3429000"/>
            <a:ext cx="1828800" cy="914400"/>
          </a:xfrm>
          <a:prstGeom prst="rect">
            <a:avLst/>
          </a:prstGeom>
          <a:solidFill>
            <a:srgbClr val="B98DE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1700" y="45262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Lavender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#B98DE0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9100" y="3429000"/>
            <a:ext cx="1828800" cy="914400"/>
          </a:xfrm>
          <a:prstGeom prst="rect">
            <a:avLst/>
          </a:prstGeom>
          <a:solidFill>
            <a:srgbClr val="33333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9100" y="45262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Charcoal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#333333</a:t>
            </a:r>
          </a:p>
          <a:p>
            <a:pPr algn="ctr">
              <a:spcAft>
                <a:spcPts val="300"/>
              </a:spcAft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Use Light Text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Secondary Colors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3714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Primary Color Usage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Use for brand-critical elements: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Logos and main brand marks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Headlines and key text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CTA buttons and navigation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Hero sections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Colors: Innovation Red, Tech Blue, Digital Green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Best Practices: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Maximum brand recognition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Consistent application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Sufficient contrast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Accessibility 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FF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4D4D"/>
                </a:solidFill>
                <a:latin typeface="Inter"/>
              </a:defRPr>
            </a:pPr>
            <a:r>
              <a:t>Color Usage 1/2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3714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Secondary Color Usage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Use for supporting elements: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Backgrounds and subtle accents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Secondary text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Borders and dividers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Hover states and icons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Colors: Light Gray, Mint Green, Dusty Blue, Lavender, Charcoal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Best Practices: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Create visual hierarchy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Support, don't compete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Maintain readability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- Use sparingly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5286375.0"/>
            <a:ext cx="8229600" cy="0.0"/>
          </a:xfrm>
          <a:prstGeom prst="line">
            <a:avLst/>
          </a:prstGeom>
          <a:ln w="25400">
            <a:solidFill>
              <a:srgbClr val="FF4D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5560695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4D4D"/>
                </a:solidFill>
                <a:latin typeface="Inter"/>
              </a:defRPr>
            </a:pPr>
            <a:r>
              <a:t>Color Usage 2/2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FFFFF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Source Sans Pro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