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Welcome to the TechForward Live Brand Book.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This comprehensive guide outlines our brand identity, values, and visual standards to ensure consistent brand representation across all touchpoints.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Our mission is to serve Progressive businesses seeking digital transformation and innovation with excellence and innovation.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We bridge the gap between complex technology and intuitive user experiences through human-centered design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Technology that enhances human potential without adding complexity to your workflow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Simplicity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Human-Centered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Excellence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