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 Our foundation rests on innovation, simplicity, human-centered, excellence, trust, and reliability, which together guide our commitment to excellence and drive our mission to create meaningful impact for our clients.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Logo Variations (3 designs)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1371600" cy="1485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Version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zeta_logo_2_20250828_235352_a32592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943100"/>
            <a:ext cx="1371600" cy="1485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Version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zeta_logo_3_20250828_235415_054bae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943100"/>
            <a:ext cx="1371600" cy="148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Version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914900"/>
            <a:ext cx="7543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Minimum size: 0.5 inches • Clearspace: 0.25 inches on all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