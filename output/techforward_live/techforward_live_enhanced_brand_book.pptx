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171950"/>
            <a:ext cx="27432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86AB"/>
                </a:solidFill>
                <a:latin typeface="Inter"/>
              </a:defRPr>
            </a:pPr>
            <a:r>
              <a:t>TechForward Live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E86AB"/>
                </a:solidFill>
                <a:latin typeface="Inter"/>
              </a:defRPr>
            </a:pPr>
            <a: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943100"/>
            <a:ext cx="2743200" cy="371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1. 1. Introduction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2. 2. Brand Purpose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3. 3. Company Profile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4. 4. Market Analysis &amp; Insights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5. 5. Brand Positioning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6. 6. Logo Variations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7. 7. Color Palette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943100"/>
            <a:ext cx="2743200" cy="371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8. 8. Typography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9. 9. Visual &amp; Photography Guidelines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10. 10. Brand Story &amp; Mission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11. 11. Brand Voice &amp; Tone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12. 12. Messaging &amp; Value Propositions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13. 13. Marketing Copy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14. 14. Brand Collateral Templates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E86AB"/>
                </a:solidFill>
                <a:latin typeface="Inter"/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943100"/>
            <a:ext cx="54864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  <a:r>
              <a:t>Welcome to the TechForward Live Brand Book.</a:t>
            </a: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  <a:r>
              <a:t>This comprehensive guide outlines our brand identity, values, and visual standards to ensure consistent brand representation across all touchpoints.</a:t>
            </a: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  <a:r>
              <a:t>Our mission is to serve Progressive businesses seeking digital transformation and innovation with excellence and innovation.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943100"/>
            <a:ext cx="5486400" cy="371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E86AB"/>
                </a:solidFill>
                <a:latin typeface="Source Sans Pro"/>
              </a:defRPr>
            </a:pPr>
            <a:r>
              <a:t>Our Purpose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Vision: We bridge the gap between complex technology and intuitive user experiences through human-centered design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Mission: Technology that enhances human potential without adding complexity to your workflow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Core Values: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Innovation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Simplicity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Human-Centered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Excellence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Trust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Reliability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Company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Company: TechForward Inc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Industry: Technology &amp; Digital Solutions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Target Audience: Progressive businesses seeking digital transformation and innovation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57800" y="2034540"/>
            <a:ext cx="1280160" cy="560070"/>
          </a:xfrm>
          <a:prstGeom prst="round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57800" y="19431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Innovation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2034540"/>
            <a:ext cx="1280160" cy="560070"/>
          </a:xfrm>
          <a:prstGeom prst="round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9431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Simplicity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2777490"/>
            <a:ext cx="1280160" cy="560070"/>
          </a:xfrm>
          <a:prstGeom prst="round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268605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Human-Centered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777490"/>
            <a:ext cx="1280160" cy="560070"/>
          </a:xfrm>
          <a:prstGeom prst="round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68605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Excellence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57800" y="3520440"/>
            <a:ext cx="1280160" cy="560070"/>
          </a:xfrm>
          <a:prstGeom prst="round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Trust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3520440"/>
            <a:ext cx="1280160" cy="560070"/>
          </a:xfrm>
          <a:prstGeom prst="round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Reliability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Market Analysis &amp;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27432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Industry Trends: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AI-driven automation solutions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Human-centered design principles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Low-code/no-code platforms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Remote collaboration tools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Sustainable technology practices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1943100"/>
            <a:ext cx="27432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Key Competitors: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Microsoft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Google Workspace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Salesforce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Adobe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Figma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Design Styles: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 interfaces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Gradient backgrounds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Micro-interactions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41148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Unique Value Proposition: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We bridge the gap between complex technology and intuitive user experiences through human-centered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Brand Promise: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Technology that enhances human potential without adding complexity to your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Innovative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Reliable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Approachable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Progressive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Trustworthy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171950"/>
            <a:ext cx="75438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Competitive Advantage: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Our deep understanding of human psychology and behavior drives more intuitive and effective technology solutions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Story &amp;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Voice &amp; 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Professional yet approachable, confident, innovative, and human-centered with a focus on clarity and trust.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Messaging &amp; Value Propositions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Our core message centers on bridging the gap between complex technology and intuitive user experiences.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Marketing Copy: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Transform your digital experience with our cutting-edge solutions designed for the modern business landscape.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Marketing Copy: Social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Innovation meets simplicity. Technology that works for you. #TechForHumans #DigitalTransformation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Collateral: Business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Clean, modern design with QR code integration and minimal brand elements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Collateral: Letterhead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Professional header with subtle brand accents and contact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