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86AB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0175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01752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752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1546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832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39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60320" y="3858767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017520" y="3749039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1480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4340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155448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77840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350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274320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577840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3504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393192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 &amp; Mission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577840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03504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43484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Voice &amp; Tone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77840" y="454456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35040" y="443484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155448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Messaging &amp; Value Propositions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595360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05256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205740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Marketing Copy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595360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05256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2560320"/>
            <a:ext cx="20116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1Brand Collateral Templates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595360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05256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Welcome to the TechForward Live Brand Book.</a:t>
            </a: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This comprehensive guide outlines our brand identity, values, and visual standards to ensure consistent brand representation across all touchpoints.</a:t>
            </a: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</a:p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Our mission is to serve Progressive businesses seeking digital transformation and innovation with excellence and innovation.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E86AB"/>
                </a:solidFill>
                <a:latin typeface="Source Sans Pro"/>
              </a:defRPr>
            </a:pPr>
            <a:r>
              <a:t>Our Purpose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Vision: We bridge the gap between complex technology and intuitive user experiences through human-centered design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Mission: Technology that enhances human potential without adding complexity to your workflow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Innovation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Simplicity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Human-Centered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Excellence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Trust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Reliability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 &amp;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Voice &amp; 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yet approachable, confident, innovative, and human-centered with a focus on clarity and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Messaging &amp; Value Propositions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Our core message centers on bridging the gap between complex technology and intuitive user experiences.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Transform your digital experience with our cutting-edge solutions designed for the modern business landscape.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Social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Innovation meets simplicity. Technology that works for you. #TechForHumans #DigitalTransformation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Business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Clean, modern design with QR code integration and minimal brand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Letterhead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header with subtle brand accents and contact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