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86AB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171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(Vision)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1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(Mission)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1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 (Values)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3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4923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76072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4923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72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260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Logo Mark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1546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Clear 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383279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Usage Guidelines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36675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7782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27432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66759" y="28529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778240" y="27432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31089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39319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366759" y="40416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8778240" y="39319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2976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45262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75120" y="47548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The following brand identity system for TechForward Live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is thoughtfully crafted to present our brand in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 international, engaging, consistent, recognizable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and proprietary way. Unique in form, versatile in its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application and unified by our fundamental principles.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To be the preferred partner for businesses seeking excellence and innovation in their field.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(VISION)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We deliver exceptional solutions that drive growth and create lasting value for our clients and communities.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(MISSION)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Core Values: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Innovation: Driving progress through creative thinking and breakthrough solutions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Simplicity: Embodying simplicity in all aspects of our business operations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Human-Centered: Embodying human-centered in all aspects of our business operations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Excellence: Pursuing the highest standards in everything we deliver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Trust: Building lasting relationships through transparency and consistent delivery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• Reliability: Ensuring dependable performance and unwavering support in all our services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PURPOSE (VALUES)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BRAND STORY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