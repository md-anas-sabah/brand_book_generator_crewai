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3800475"/>
            <a:ext cx="2743200" cy="742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782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To be the preferred partner for businesses seeking excellence and innovation in their field.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(VISION)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deliver exceptional solutions that drive growth and create lasting value for our clients and communities.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(MISSION)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Innovation: Driving progress through creative thinking and breakthrough solutions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Simplicity: Embodying simplicity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Human-Centered: Embodying human-centered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Excellence: Pursuing the highest standards in everything we deliver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Trust: Building lasting relationships through transparency and consistent delivery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Reliability: Ensuring dependable performance and unwavering support in all our services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(VALUES)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