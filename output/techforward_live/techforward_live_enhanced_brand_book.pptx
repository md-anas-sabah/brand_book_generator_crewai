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171950"/>
            <a:ext cx="27432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86AB"/>
                </a:solidFill>
                <a:latin typeface="Inter"/>
              </a:defRPr>
            </a:pPr>
            <a:r>
              <a:t>TechForward Live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E86AB"/>
                </a:solidFill>
                <a:latin typeface="Inter"/>
              </a:defRPr>
            </a:pPr>
            <a:r>
              <a:t>INDEX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3171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4320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3171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Story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3171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320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Logo Variations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4923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76072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Logo 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Clear Space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Usage Guidelines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7432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Colors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49239" y="28529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60720" y="27432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1089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Primary Colors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3375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Secondary Colors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5661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Color Usage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9319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Typography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49239" y="40416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760720" y="39319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2976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Brand Font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45262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Font Usage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47548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Text Hierarchy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Visual Guidelines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6675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77824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Visual Style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Photography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Imagery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E86AB"/>
                </a:solidFill>
                <a:latin typeface="Inter"/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943100"/>
            <a:ext cx="54864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  <a:r>
              <a:t>Welcome to the TechForward Live Brand Book.</a:t>
            </a:r>
          </a:p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</a:p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  <a:r>
              <a:t>This comprehensive guide outlines our brand identity, values, and visual standards to ensure consistent brand representation across all touchpoints.</a:t>
            </a:r>
          </a:p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</a:p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  <a:r>
              <a:t>Our mission is to serve Progressive businesses seeking digital transformation and innovation with excellence and innovation.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943100"/>
            <a:ext cx="5486400" cy="371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E86AB"/>
                </a:solidFill>
                <a:latin typeface="Source Sans Pro"/>
              </a:defRPr>
            </a:pPr>
            <a:r>
              <a:t>Our Purpose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Vision: We bridge the gap between complex technology and intuitive user experiences through human-centered design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Mission: Technology that enhances human potential without adding complexity to your workflow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Core Values: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Innovation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Simplicity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Human-Centered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Excellence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Trust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Reliability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2E86A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#2E86AB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RGB(46, 134, 171)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CMYK(73, 21, 0, 32)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A23B7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#A23B72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RGB(162, 59, 114)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63, 29, 36)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F18F0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#F18F01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RGB(241, 143, 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40, 99, 5)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86AB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