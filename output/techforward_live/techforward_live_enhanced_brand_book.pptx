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1. Company Profile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2. Market Analysis &amp; Insights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3. Brand Positioning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4. Logo Variations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5. Color Palette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6.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7. Visual &amp; Photography Guidelines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8. Brand Story &amp; Mission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9. Brand Voice &amp; Tone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10. Messaging &amp; Value Propositions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11. Marketing Copy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12. Brand Collateral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Company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Company: TechForward Inc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Industry: Technology &amp; Digital Solutions</a:t>
            </a: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Target Audience: Progressive businesses seeking digital transformation and innovation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7800" y="20345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578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Innovation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20345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9431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Simplicity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277749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Human-Centered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77749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68605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Excellence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Trust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A23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ource Sans Pro"/>
              </a:defRPr>
            </a:pPr>
            <a:r>
              <a:t>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 Analysis &amp;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Industry Trends: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AI-driven automation solutions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Human-centered design principles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Low-code/no-code platforms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Remote collaboration tools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Sustainable technology practices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943100"/>
            <a:ext cx="27432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Key Competitors: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Microsoft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Google Workspace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Salesforce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Adobe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Figma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Design Styles: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 interfaces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Gradient backgrounds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Micro-interactions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4114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Unique Value Proposition: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We bridge the gap between complex technology and intuitive user experiences through human-centered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Brand Promise: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Technology that enhances human potential without adding complexity to your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Innovative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Reliable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Approachable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Progressive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20440"/>
            <a:ext cx="1280160" cy="560070"/>
          </a:xfrm>
          <a:prstGeom prst="roundRect">
            <a:avLst/>
          </a:prstGeom>
          <a:solidFill>
            <a:srgbClr val="F18F01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429000"/>
            <a:ext cx="1371600" cy="74295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Trustworthy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71950"/>
            <a:ext cx="75438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Competitive Advantage: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Our deep understanding of human psychology and behavior drives more intuitive and effective technology solutions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 &amp; 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Voice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yet approachable, confident, innovative, and human-centered with a focus on clarity and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Messaging &amp; Value Propositions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Our core message centers on bridging the gap between complex technology and intuitive user experiences.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Transform your digital experience with our cutting-edge solutions designed for the modern business landscape.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Marketing Copy: Social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Innovation meets simplicity. Technology that works for you. #TechForHumans #DigitalTransformation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Business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Clean, modern design with QR code integration and minimal brand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Collateral: Letterhead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Professional header with subtle brand accents and contact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