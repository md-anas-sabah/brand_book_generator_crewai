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3800475"/>
            <a:ext cx="2743200" cy="742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