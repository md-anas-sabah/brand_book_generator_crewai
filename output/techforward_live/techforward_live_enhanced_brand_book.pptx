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Vision: To be the preferred partner for businesses seeking excellence and innovation in their field.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Mission: We deliver exceptional solutions that drive growth and create lasting value for our clients and communities.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