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zeta_logo_1_20250828_235333_3e1f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86AB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171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(Vision)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1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(Mission)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1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(Values)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3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4923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6072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4923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72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260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Variation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1546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Variation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3832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Variation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6675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7782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7432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66759" y="28529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778240" y="27432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1089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9319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66759" y="40416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778240" y="39319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2976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45262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47548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The following brand identity system for TechForward Live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is thoughtfully crafted to present our brand in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 international, engaging, consistent, recognizable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and proprietary way. Unique in form, versatile in its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application and unified by our fundamental principles.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To be the preferred partner for businesses seeking excellence and innovation in their field.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(VISION)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We deliver exceptional solutions that drive growth and create lasting value for our clients and communities.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(MISSION)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Core Values: Our foundation rests on innovation, simplicity, human-centered, excellence, trust, and reliability, which together guide our commitment to excellence and drive our mission to create meaningful impact for our clients.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(VALUES)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STORY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zeta_logo_1_20250828_235333_3e1f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43100"/>
            <a:ext cx="3429000" cy="2971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57800" y="1200150"/>
            <a:ext cx="3429000" cy="445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Primary logo for main brand applications. Use in headers, business cards, and large formats.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286375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00100" y="5560695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Logo Variation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zeta_logo_2_20250828_235352_a32592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43100"/>
            <a:ext cx="3429000" cy="2971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57800" y="1200150"/>
            <a:ext cx="3429000" cy="445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Secondary logo for compact spaces. Ideal for social media, favicons, and small applications.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286375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00100" y="5560695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Logo Variation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zeta_logo_3_20250828_235415_054bae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43100"/>
            <a:ext cx="3429000" cy="2971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57800" y="1200150"/>
            <a:ext cx="3429000" cy="445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Simplified logo for minimal sizes. Perfect for watermarks, stamps, and tight layouts.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286375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00100" y="5560695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Logo Variation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