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3800475"/>
            <a:ext cx="2743200" cy="742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(Vision)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(Mission)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(Values)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4923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6072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260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1546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3832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66759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77824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The following brand identity system for TechForward Live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is thoughtfully crafted to present our brand in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 international, engaging, consistent, recognizable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and proprietary way. Unique in form, versatile in its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application and unified by our fundamental principles.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To be the preferred partner for businesses seeking excellence and innovation in their field.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VISION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 deliver exceptional solutions that drive growth and create lasting value for our clients and communities.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MISSION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Innovation: Driving progress through creative thinking and breakthrough solutions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Simplicity: Embodying simplicity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Human-Centered: Embodying human-centered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Excellence: Pursuing the highest standards in everything we deliver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Trust: Building lasting relationships through transparency and consistent delivery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Reliability: Ensuring dependable performance and unwavering support in all our services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CORE VALUES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