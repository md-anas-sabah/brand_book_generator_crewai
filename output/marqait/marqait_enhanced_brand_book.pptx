
<file path=[Content_Types].xml><?xml version="1.0" encoding="utf-8"?>
<Types xmlns="http://schemas.openxmlformats.org/package/2006/content-types">
  <Default Extension="bin" ContentType="application/vnd.openxmlformats-officedocument.presentationml.printerSettings"/>
  <Default Extension="jpeg" ContentType="image/jpeg"/>
  <Default Extension="png" ContentType="image/png"/>
  <Default Extension="rels" ContentType="application/vnd.openxmlformats-package.relationships+xml"/>
  <Default Extension="xml" ContentType="application/xml"/>
  <Override PartName="/docProps/app.xml" ContentType="application/vnd.openxmlformats-officedocument.extended-properties+xml"/>
  <Override PartName="/docProps/core.xml" ContentType="application/vnd.openxmlformats-package.core-properties+xml"/>
  <Override PartName="/ppt/presProps.xml" ContentType="application/vnd.openxmlformats-officedocument.presentationml.presProps+xml"/>
  <Override PartName="/ppt/presentation.xml" ContentType="application/vnd.openxmlformats-officedocument.presentationml.presentation.main+xml"/>
  <Override PartName="/ppt/slideLayouts/slideLayout1.xml" ContentType="application/vnd.openxmlformats-officedocument.presentationml.slideLayout+xml"/>
  <Override PartName="/ppt/slideLayouts/slideLayout10.xml" ContentType="application/vnd.openxmlformats-officedocument.presentationml.slideLayout+xml"/>
  <Override PartName="/ppt/slideLayouts/slideLayout11.xml" ContentType="application/vnd.openxmlformats-officedocument.presentationml.slideLayout+xml"/>
  <Override PartName="/ppt/slideLayouts/slideLayout2.xml" ContentType="application/vnd.openxmlformats-officedocument.presentationml.slideLayout+xml"/>
  <Override PartName="/ppt/slideLayouts/slideLayout3.xml" ContentType="application/vnd.openxmlformats-officedocument.presentationml.slideLayout+xml"/>
  <Override PartName="/ppt/slideLayouts/slideLayout4.xml" ContentType="application/vnd.openxmlformats-officedocument.presentationml.slideLayout+xml"/>
  <Override PartName="/ppt/slideLayouts/slideLayout5.xml" ContentType="application/vnd.openxmlformats-officedocument.presentationml.slideLayout+xml"/>
  <Override PartName="/ppt/slideLayouts/slideLayout6.xml" ContentType="application/vnd.openxmlformats-officedocument.presentationml.slideLayout+xml"/>
  <Override PartName="/ppt/slideLayouts/slideLayout7.xml" ContentType="application/vnd.openxmlformats-officedocument.presentationml.slideLayout+xml"/>
  <Override PartName="/ppt/slideLayouts/slideLayout8.xml" ContentType="application/vnd.openxmlformats-officedocument.presentationml.slideLayout+xml"/>
  <Override PartName="/ppt/slideLayouts/slideLayout9.xml" ContentType="application/vnd.openxmlformats-officedocument.presentationml.slideLayout+xml"/>
  <Override PartName="/ppt/slideMasters/slideMaster1.xml" ContentType="application/vnd.openxmlformats-officedocument.presentationml.slideMaster+xml"/>
  <Override PartName="/ppt/slides/slide1.xml" ContentType="application/vnd.openxmlformats-officedocument.presentationml.slide+xml"/>
  <Override PartName="/ppt/slides/slide10.xml" ContentType="application/vnd.openxmlformats-officedocument.presentationml.slide+xml"/>
  <Override PartName="/ppt/slides/slide11.xml" ContentType="application/vnd.openxmlformats-officedocument.presentationml.slide+xml"/>
  <Override PartName="/ppt/slides/slide12.xml" ContentType="application/vnd.openxmlformats-officedocument.presentationml.slide+xml"/>
  <Override PartName="/ppt/slides/slide13.xml" ContentType="application/vnd.openxmlformats-officedocument.presentationml.slide+xml"/>
  <Override PartName="/ppt/slides/slide14.xml" ContentType="application/vnd.openxmlformats-officedocument.presentationml.slide+xml"/>
  <Override PartName="/ppt/slides/slide15.xml" ContentType="application/vnd.openxmlformats-officedocument.presentationml.slide+xml"/>
  <Override PartName="/ppt/slides/slide16.xml" ContentType="application/vnd.openxmlformats-officedocument.presentationml.slide+xml"/>
  <Override PartName="/ppt/slides/slide17.xml" ContentType="application/vnd.openxmlformats-officedocument.presentationml.slide+xml"/>
  <Override PartName="/ppt/slides/slide18.xml" ContentType="application/vnd.openxmlformats-officedocument.presentationml.slide+xml"/>
  <Override PartName="/ppt/slides/slide19.xml" ContentType="application/vnd.openxmlformats-officedocument.presentationml.slide+xml"/>
  <Override PartName="/ppt/slides/slide2.xml" ContentType="application/vnd.openxmlformats-officedocument.presentationml.slide+xml"/>
  <Override PartName="/ppt/slides/slide3.xml" ContentType="application/vnd.openxmlformats-officedocument.presentationml.slide+xml"/>
  <Override PartName="/ppt/slides/slide4.xml" ContentType="application/vnd.openxmlformats-officedocument.presentationml.slide+xml"/>
  <Override PartName="/ppt/slides/slide5.xml" ContentType="application/vnd.openxmlformats-officedocument.presentationml.slide+xml"/>
  <Override PartName="/ppt/slides/slide6.xml" ContentType="application/vnd.openxmlformats-officedocument.presentationml.slide+xml"/>
  <Override PartName="/ppt/slides/slide7.xml" ContentType="application/vnd.openxmlformats-officedocument.presentationml.slide+xml"/>
  <Override PartName="/ppt/slides/slide8.xml" ContentType="application/vnd.openxmlformats-officedocument.presentationml.slide+xml"/>
  <Override PartName="/ppt/slides/slide9.xml" ContentType="application/vnd.openxmlformats-officedocument.presentationml.slide+xml"/>
  <Override PartName="/ppt/tableStyles.xml" ContentType="application/vnd.openxmlformats-officedocument.presentationml.tableStyles+xml"/>
  <Override PartName="/ppt/theme/theme1.xml" ContentType="application/vnd.openxmlformats-officedocument.theme+xml"/>
  <Override PartName="/ppt/viewProps.xml" ContentType="application/vnd.openxmlformats-officedocument.presentationml.viewProps+xml"/>
</Types>
</file>

<file path=_rels/.rels><?xml version='1.0' encoding='UTF-8' standalone='yes'?>
<Relationships xmlns="http://schemas.openxmlformats.org/package/2006/relationships"><Relationship Id="rId1" Type="http://schemas.openxmlformats.org/officeDocument/2006/relationships/officeDocument" Target="ppt/presentation.xml"/><Relationship Id="rId2" Type="http://schemas.openxmlformats.org/package/2006/relationships/metadata/thumbnail" Target="docProps/thumbnail.jpeg"/><Relationship Id="rId3" Type="http://schemas.openxmlformats.org/package/2006/relationships/metadata/core-properties" Target="docProps/core.xml"/><Relationship Id="rId4" Type="http://schemas.openxmlformats.org/officeDocument/2006/relationships/extended-properties" Target="docProps/app.xml"/></Relationships>
</file>

<file path=ppt/presentation.xml><?xml version="1.0" encoding="utf-8"?>
<p:presentation xmlns:a="http://schemas.openxmlformats.org/drawingml/2006/main" xmlns:r="http://schemas.openxmlformats.org/officeDocument/2006/relationships" xmlns:p="http://schemas.openxmlformats.org/presentationml/2006/main" saveSubsetFonts="1" autoCompressPictures="0">
  <p:sldMasterIdLst>
    <p:sldMasterId id="2147483648" r:id="rId1"/>
  </p:sldMasterIdLst>
  <p:sldIdLst>
    <p:sldId id="256" r:id="rId7"/>
    <p:sldId id="257" r:id="rId8"/>
    <p:sldId id="258" r:id="rId9"/>
    <p:sldId id="259" r:id="rId10"/>
    <p:sldId id="260" r:id="rId11"/>
    <p:sldId id="261" r:id="rId12"/>
    <p:sldId id="262" r:id="rId13"/>
    <p:sldId id="263" r:id="rId14"/>
    <p:sldId id="264" r:id="rId15"/>
    <p:sldId id="265" r:id="rId16"/>
    <p:sldId id="266" r:id="rId17"/>
    <p:sldId id="267" r:id="rId18"/>
    <p:sldId id="268" r:id="rId19"/>
    <p:sldId id="269" r:id="rId20"/>
    <p:sldId id="270" r:id="rId21"/>
    <p:sldId id="271" r:id="rId22"/>
    <p:sldId id="272" r:id="rId23"/>
    <p:sldId id="273" r:id="rId24"/>
    <p:sldId id="274" r:id="rId25"/>
  </p:sldIdLst>
  <p:sldSz cx="9144000" cy="6858000" type="screen4x3"/>
  <p:notesSz cx="6858000" cy="9144000"/>
  <p:defaultText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defaultTextStyle>
</p:presentation>
</file>

<file path=ppt/presProps.xml><?xml version="1.0" encoding="utf-8"?>
<p:presentationPr xmlns:a="http://schemas.openxmlformats.org/drawingml/2006/main" xmlns:r="http://schemas.openxmlformats.org/officeDocument/2006/relationships" xmlns:p="http://schemas.openxmlformats.org/presentationml/2006/main">
  <p:extLst>
    <p:ext uri="{E76CE94A-603C-4142-B9EB-6D1370010A27}">
      <p14:discardImageEditData xmlns:p14="http://schemas.microsoft.com/office/powerpoint/2010/main" val="0"/>
    </p:ext>
    <p:ext uri="{D31A062A-798A-4329-ABDD-BBA856620510}">
      <p14:defaultImageDpi xmlns:p14="http://schemas.microsoft.com/office/powerpoint/2010/main" val="0"/>
    </p:ext>
  </p:extLst>
</p:presentationPr>
</file>

<file path=ppt/tableStyles.xml><?xml version="1.0" encoding="utf-8"?>
<a:tblStyleLst xmlns:a="http://schemas.openxmlformats.org/drawingml/2006/main" def="{5C22544A-7EE6-4342-B048-85BDC9FD1C3A}"/>
</file>

<file path=ppt/viewProps.xml><?xml version="1.0" encoding="utf-8"?>
<p:viewPr xmlns:a="http://schemas.openxmlformats.org/drawingml/2006/main" xmlns:r="http://schemas.openxmlformats.org/officeDocument/2006/relationships" xmlns:p="http://schemas.openxmlformats.org/presentationml/2006/main" lastView="sldThumbnailView">
  <p:normalViewPr>
    <p:restoredLeft sz="15620"/>
    <p:restoredTop sz="94660"/>
  </p:normalViewPr>
  <p:slideViewPr>
    <p:cSldViewPr snapToGrid="0" snapToObjects="1">
      <p:cViewPr varScale="1">
        <p:scale>
          <a:sx n="124" d="100"/>
          <a:sy n="124" d="100"/>
        </p:scale>
        <p:origin x="-1512" y="-112"/>
      </p:cViewPr>
      <p:guideLst>
        <p:guide orient="horz" pos="2160"/>
        <p:guide pos="2880"/>
      </p:guideLst>
    </p:cSldViewPr>
  </p:slideViewPr>
  <p:notesTextViewPr>
    <p:cViewPr>
      <p:scale>
        <a:sx n="100" d="100"/>
        <a:sy n="100" d="100"/>
      </p:scale>
      <p:origin x="0" y="0"/>
    </p:cViewPr>
  </p:notesTextViewPr>
  <p:gridSpacing cx="76200" cy="76200"/>
</p:viewPr>
</file>

<file path=ppt/_rels/presentation.xml.rels><?xml version='1.0' encoding='UTF-8' standalone='yes'?>
<Relationships xmlns="http://schemas.openxmlformats.org/package/2006/relationships"><Relationship Id="rId1" Type="http://schemas.openxmlformats.org/officeDocument/2006/relationships/slideMaster" Target="slideMasters/slideMaster1.xml"/><Relationship Id="rId2" Type="http://schemas.openxmlformats.org/officeDocument/2006/relationships/printerSettings" Target="printerSettings/printerSettings1.bin"/><Relationship Id="rId3" Type="http://schemas.openxmlformats.org/officeDocument/2006/relationships/presProps" Target="presProps.xml"/><Relationship Id="rId4" Type="http://schemas.openxmlformats.org/officeDocument/2006/relationships/viewProps" Target="viewProps.xml"/><Relationship Id="rId5" Type="http://schemas.openxmlformats.org/officeDocument/2006/relationships/theme" Target="theme/theme1.xml"/><Relationship Id="rId6" Type="http://schemas.openxmlformats.org/officeDocument/2006/relationships/tableStyles" Target="tableStyles.xml"/><Relationship Id="rId7" Type="http://schemas.openxmlformats.org/officeDocument/2006/relationships/slide" Target="slides/slide1.xml"/><Relationship Id="rId8" Type="http://schemas.openxmlformats.org/officeDocument/2006/relationships/slide" Target="slides/slide2.xml"/><Relationship Id="rId9" Type="http://schemas.openxmlformats.org/officeDocument/2006/relationships/slide" Target="slides/slide3.xml"/><Relationship Id="rId10" Type="http://schemas.openxmlformats.org/officeDocument/2006/relationships/slide" Target="slides/slide4.xml"/><Relationship Id="rId11" Type="http://schemas.openxmlformats.org/officeDocument/2006/relationships/slide" Target="slides/slide5.xml"/><Relationship Id="rId12" Type="http://schemas.openxmlformats.org/officeDocument/2006/relationships/slide" Target="slides/slide6.xml"/><Relationship Id="rId13" Type="http://schemas.openxmlformats.org/officeDocument/2006/relationships/slide" Target="slides/slide7.xml"/><Relationship Id="rId14" Type="http://schemas.openxmlformats.org/officeDocument/2006/relationships/slide" Target="slides/slide8.xml"/><Relationship Id="rId15" Type="http://schemas.openxmlformats.org/officeDocument/2006/relationships/slide" Target="slides/slide9.xml"/><Relationship Id="rId16" Type="http://schemas.openxmlformats.org/officeDocument/2006/relationships/slide" Target="slides/slide10.xml"/><Relationship Id="rId17" Type="http://schemas.openxmlformats.org/officeDocument/2006/relationships/slide" Target="slides/slide11.xml"/><Relationship Id="rId18" Type="http://schemas.openxmlformats.org/officeDocument/2006/relationships/slide" Target="slides/slide12.xml"/><Relationship Id="rId19" Type="http://schemas.openxmlformats.org/officeDocument/2006/relationships/slide" Target="slides/slide13.xml"/><Relationship Id="rId20" Type="http://schemas.openxmlformats.org/officeDocument/2006/relationships/slide" Target="slides/slide14.xml"/><Relationship Id="rId21" Type="http://schemas.openxmlformats.org/officeDocument/2006/relationships/slide" Target="slides/slide15.xml"/><Relationship Id="rId22" Type="http://schemas.openxmlformats.org/officeDocument/2006/relationships/slide" Target="slides/slide16.xml"/><Relationship Id="rId23" Type="http://schemas.openxmlformats.org/officeDocument/2006/relationships/slide" Target="slides/slide17.xml"/><Relationship Id="rId24" Type="http://schemas.openxmlformats.org/officeDocument/2006/relationships/slide" Target="slides/slide18.xml"/><Relationship Id="rId25" Type="http://schemas.openxmlformats.org/officeDocument/2006/relationships/slide" Target="slides/slide19.xml"/></Relationships>
</file>

<file path=ppt/slideLayouts/_rels/slideLayout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2.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3.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4.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5.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6.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7.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8.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9.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0.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_rels/slideLayout11.xml.rels><?xml version='1.0' encoding='UTF-8' standalone='yes'?>
<Relationships xmlns="http://schemas.openxmlformats.org/package/2006/relationships"><Relationship Id="rId1" Type="http://schemas.openxmlformats.org/officeDocument/2006/relationships/slideMaster" Target="../slideMasters/slideMaster1.xml"/></Relationships>
</file>

<file path=ppt/slideLayouts/slideLayout1.xml><?xml version="1.0" encoding="utf-8"?>
<p:sldLayout xmlns:a="http://schemas.openxmlformats.org/drawingml/2006/main" xmlns:r="http://schemas.openxmlformats.org/officeDocument/2006/relationships" xmlns:p="http://schemas.openxmlformats.org/presentationml/2006/main" type="title" preserve="1">
  <p:cSld name="Title Slide">
    <p:spTree>
      <p:nvGrpSpPr>
        <p:cNvPr id="1" name=""/>
        <p:cNvGrpSpPr/>
        <p:nvPr/>
      </p:nvGrpSpPr>
      <p:grpSpPr>
        <a:xfrm>
          <a:off x="0" y="0"/>
          <a:ext cx="0" cy="0"/>
          <a:chOff x="0" y="0"/>
          <a:chExt cx="0" cy="0"/>
        </a:xfrm>
      </p:grpSpPr>
      <p:sp>
        <p:nvSpPr>
          <p:cNvPr id="2" name="Title 1"/>
          <p:cNvSpPr>
            <a:spLocks noGrp="1"/>
          </p:cNvSpPr>
          <p:nvPr>
            <p:ph type="ctrTitle"/>
          </p:nvPr>
        </p:nvSpPr>
        <p:spPr>
          <a:xfrm>
            <a:off x="685800" y="2130425"/>
            <a:ext cx="7772400" cy="1470025"/>
          </a:xfrm>
        </p:spPr>
        <p:txBody>
          <a:bodyPr/>
          <a:lstStyle/>
          <a:p>
            <a:r>
              <a:rPr lang="en-US" smtClean="0"/>
              <a:t>Click to edit Master title style</a:t>
            </a:r>
            <a:endParaRPr lang="en-US"/>
          </a:p>
        </p:txBody>
      </p:sp>
      <p:sp>
        <p:nvSpPr>
          <p:cNvPr id="3" name="Subtitle 2"/>
          <p:cNvSpPr>
            <a:spLocks noGrp="1"/>
          </p:cNvSpPr>
          <p:nvPr>
            <p:ph type="subTitle" idx="1"/>
          </p:nvPr>
        </p:nvSpPr>
        <p:spPr>
          <a:xfrm>
            <a:off x="1371600" y="3886200"/>
            <a:ext cx="6400800" cy="1752600"/>
          </a:xfrm>
        </p:spPr>
        <p:txBody>
          <a:bodyPr/>
          <a:lstStyle>
            <a:lvl1pPr marL="0" indent="0" algn="ctr">
              <a:buNone/>
              <a:defRPr>
                <a:solidFill>
                  <a:schemeClr val="tx1">
                    <a:tint val="75000"/>
                  </a:schemeClr>
                </a:solidFill>
              </a:defRPr>
            </a:lvl1pPr>
            <a:lvl2pPr marL="457200" indent="0" algn="ctr">
              <a:buNone/>
              <a:defRPr>
                <a:solidFill>
                  <a:schemeClr val="tx1">
                    <a:tint val="75000"/>
                  </a:schemeClr>
                </a:solidFill>
              </a:defRPr>
            </a:lvl2pPr>
            <a:lvl3pPr marL="914400" indent="0" algn="ctr">
              <a:buNone/>
              <a:defRPr>
                <a:solidFill>
                  <a:schemeClr val="tx1">
                    <a:tint val="75000"/>
                  </a:schemeClr>
                </a:solidFill>
              </a:defRPr>
            </a:lvl3pPr>
            <a:lvl4pPr marL="1371600" indent="0" algn="ctr">
              <a:buNone/>
              <a:defRPr>
                <a:solidFill>
                  <a:schemeClr val="tx1">
                    <a:tint val="75000"/>
                  </a:schemeClr>
                </a:solidFill>
              </a:defRPr>
            </a:lvl4pPr>
            <a:lvl5pPr marL="1828800" indent="0" algn="ctr">
              <a:buNone/>
              <a:defRPr>
                <a:solidFill>
                  <a:schemeClr val="tx1">
                    <a:tint val="75000"/>
                  </a:schemeClr>
                </a:solidFill>
              </a:defRPr>
            </a:lvl5pPr>
            <a:lvl6pPr marL="2286000" indent="0" algn="ctr">
              <a:buNone/>
              <a:defRPr>
                <a:solidFill>
                  <a:schemeClr val="tx1">
                    <a:tint val="75000"/>
                  </a:schemeClr>
                </a:solidFill>
              </a:defRPr>
            </a:lvl6pPr>
            <a:lvl7pPr marL="2743200" indent="0" algn="ctr">
              <a:buNone/>
              <a:defRPr>
                <a:solidFill>
                  <a:schemeClr val="tx1">
                    <a:tint val="75000"/>
                  </a:schemeClr>
                </a:solidFill>
              </a:defRPr>
            </a:lvl7pPr>
            <a:lvl8pPr marL="3200400" indent="0" algn="ctr">
              <a:buNone/>
              <a:defRPr>
                <a:solidFill>
                  <a:schemeClr val="tx1">
                    <a:tint val="75000"/>
                  </a:schemeClr>
                </a:solidFill>
              </a:defRPr>
            </a:lvl8pPr>
            <a:lvl9pPr marL="3657600" indent="0" algn="ctr">
              <a:buNone/>
              <a:defRPr>
                <a:solidFill>
                  <a:schemeClr val="tx1">
                    <a:tint val="75000"/>
                  </a:schemeClr>
                </a:solidFill>
              </a:defRPr>
            </a:lvl9pPr>
          </a:lstStyle>
          <a:p>
            <a:r>
              <a:rPr lang="en-US" smtClean="0"/>
              <a:t>Click to edit Master subtitle style</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168075583"/>
      </p:ext>
    </p:extLst>
  </p:cSld>
  <p:clrMapOvr>
    <a:masterClrMapping/>
  </p:clrMapOvr>
</p:sldLayout>
</file>

<file path=ppt/slideLayouts/slideLayout2.xml><?xml version="1.0" encoding="utf-8"?>
<p:sldLayout xmlns:a="http://schemas.openxmlformats.org/drawingml/2006/main" xmlns:r="http://schemas.openxmlformats.org/officeDocument/2006/relationships" xmlns:p="http://schemas.openxmlformats.org/presentationml/2006/main" type="obj" preserve="1">
  <p:cSld name="Title and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idx="1"/>
          </p:nvPr>
        </p:nvSpPr>
        <p:spPr/>
        <p:txBody>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614314258"/>
      </p:ext>
    </p:extLst>
  </p:cSld>
  <p:clrMapOvr>
    <a:masterClrMapping/>
  </p:clrMapOvr>
</p:sldLayout>
</file>

<file path=ppt/slideLayouts/slideLayout3.xml><?xml version="1.0" encoding="utf-8"?>
<p:sldLayout xmlns:a="http://schemas.openxmlformats.org/drawingml/2006/main" xmlns:r="http://schemas.openxmlformats.org/officeDocument/2006/relationships" xmlns:p="http://schemas.openxmlformats.org/presentationml/2006/main" type="secHead" preserve="1">
  <p:cSld name="Section Header">
    <p:spTree>
      <p:nvGrpSpPr>
        <p:cNvPr id="1" name=""/>
        <p:cNvGrpSpPr/>
        <p:nvPr/>
      </p:nvGrpSpPr>
      <p:grpSpPr>
        <a:xfrm>
          <a:off x="0" y="0"/>
          <a:ext cx="0" cy="0"/>
          <a:chOff x="0" y="0"/>
          <a:chExt cx="0" cy="0"/>
        </a:xfrm>
      </p:grpSpPr>
      <p:sp>
        <p:nvSpPr>
          <p:cNvPr id="2" name="Title 1"/>
          <p:cNvSpPr>
            <a:spLocks noGrp="1"/>
          </p:cNvSpPr>
          <p:nvPr>
            <p:ph type="title"/>
          </p:nvPr>
        </p:nvSpPr>
        <p:spPr>
          <a:xfrm>
            <a:off x="722313" y="4406900"/>
            <a:ext cx="7772400" cy="1362075"/>
          </a:xfrm>
        </p:spPr>
        <p:txBody>
          <a:bodyPr anchor="t"/>
          <a:lstStyle>
            <a:lvl1pPr algn="l">
              <a:defRPr sz="4000" b="1" cap="all"/>
            </a:lvl1pPr>
          </a:lstStyle>
          <a:p>
            <a:r>
              <a:rPr lang="en-US" smtClean="0"/>
              <a:t>Click to edit Master title style</a:t>
            </a:r>
            <a:endParaRPr lang="en-US"/>
          </a:p>
        </p:txBody>
      </p:sp>
      <p:sp>
        <p:nvSpPr>
          <p:cNvPr id="3" name="Text Placeholder 2"/>
          <p:cNvSpPr>
            <a:spLocks noGrp="1"/>
          </p:cNvSpPr>
          <p:nvPr>
            <p:ph type="body" idx="1"/>
          </p:nvPr>
        </p:nvSpPr>
        <p:spPr>
          <a:xfrm>
            <a:off x="722313" y="2906713"/>
            <a:ext cx="7772400" cy="1500187"/>
          </a:xfrm>
        </p:spPr>
        <p:txBody>
          <a:bodyPr anchor="b"/>
          <a:lstStyle>
            <a:lvl1pPr marL="0" indent="0">
              <a:buNone/>
              <a:defRPr sz="2000">
                <a:solidFill>
                  <a:schemeClr val="tx1">
                    <a:tint val="75000"/>
                  </a:schemeClr>
                </a:solidFill>
              </a:defRPr>
            </a:lvl1pPr>
            <a:lvl2pPr marL="457200" indent="0">
              <a:buNone/>
              <a:defRPr sz="1800">
                <a:solidFill>
                  <a:schemeClr val="tx1">
                    <a:tint val="75000"/>
                  </a:schemeClr>
                </a:solidFill>
              </a:defRPr>
            </a:lvl2pPr>
            <a:lvl3pPr marL="914400" indent="0">
              <a:buNone/>
              <a:defRPr sz="1600">
                <a:solidFill>
                  <a:schemeClr val="tx1">
                    <a:tint val="75000"/>
                  </a:schemeClr>
                </a:solidFill>
              </a:defRPr>
            </a:lvl3pPr>
            <a:lvl4pPr marL="1371600" indent="0">
              <a:buNone/>
              <a:defRPr sz="1400">
                <a:solidFill>
                  <a:schemeClr val="tx1">
                    <a:tint val="75000"/>
                  </a:schemeClr>
                </a:solidFill>
              </a:defRPr>
            </a:lvl4pPr>
            <a:lvl5pPr marL="1828800" indent="0">
              <a:buNone/>
              <a:defRPr sz="1400">
                <a:solidFill>
                  <a:schemeClr val="tx1">
                    <a:tint val="75000"/>
                  </a:schemeClr>
                </a:solidFill>
              </a:defRPr>
            </a:lvl5pPr>
            <a:lvl6pPr marL="2286000" indent="0">
              <a:buNone/>
              <a:defRPr sz="1400">
                <a:solidFill>
                  <a:schemeClr val="tx1">
                    <a:tint val="75000"/>
                  </a:schemeClr>
                </a:solidFill>
              </a:defRPr>
            </a:lvl6pPr>
            <a:lvl7pPr marL="2743200" indent="0">
              <a:buNone/>
              <a:defRPr sz="1400">
                <a:solidFill>
                  <a:schemeClr val="tx1">
                    <a:tint val="75000"/>
                  </a:schemeClr>
                </a:solidFill>
              </a:defRPr>
            </a:lvl7pPr>
            <a:lvl8pPr marL="3200400" indent="0">
              <a:buNone/>
              <a:defRPr sz="1400">
                <a:solidFill>
                  <a:schemeClr val="tx1">
                    <a:tint val="75000"/>
                  </a:schemeClr>
                </a:solidFill>
              </a:defRPr>
            </a:lvl8pPr>
            <a:lvl9pPr marL="3657600" indent="0">
              <a:buNone/>
              <a:defRPr sz="1400">
                <a:solidFill>
                  <a:schemeClr val="tx1">
                    <a:tint val="75000"/>
                  </a:schemeClr>
                </a:solidFill>
              </a:defRPr>
            </a:lvl9pPr>
          </a:lstStyle>
          <a:p>
            <a:pPr lvl="0"/>
            <a:r>
              <a:rPr lang="en-US" smtClean="0"/>
              <a:t>Click to edit Master text styles</a:t>
            </a:r>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60648375"/>
      </p:ext>
    </p:extLst>
  </p:cSld>
  <p:clrMapOvr>
    <a:masterClrMapping/>
  </p:clrMapOvr>
</p:sldLayout>
</file>

<file path=ppt/slideLayouts/slideLayout4.xml><?xml version="1.0" encoding="utf-8"?>
<p:sldLayout xmlns:a="http://schemas.openxmlformats.org/drawingml/2006/main" xmlns:r="http://schemas.openxmlformats.org/officeDocument/2006/relationships" xmlns:p="http://schemas.openxmlformats.org/presentationml/2006/main" type="twoObj" preserve="1">
  <p:cSld name="Two Conten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Content Placeholder 2"/>
          <p:cNvSpPr>
            <a:spLocks noGrp="1"/>
          </p:cNvSpPr>
          <p:nvPr>
            <p:ph sz="half" idx="1"/>
          </p:nvPr>
        </p:nvSpPr>
        <p:spPr>
          <a:xfrm>
            <a:off x="457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Content Placeholder 3"/>
          <p:cNvSpPr>
            <a:spLocks noGrp="1"/>
          </p:cNvSpPr>
          <p:nvPr>
            <p:ph sz="half" idx="2"/>
          </p:nvPr>
        </p:nvSpPr>
        <p:spPr>
          <a:xfrm>
            <a:off x="4648200" y="1600200"/>
            <a:ext cx="4038600" cy="4525963"/>
          </a:xfrm>
        </p:spPr>
        <p:txBody>
          <a:bodyPr/>
          <a:lstStyle>
            <a:lvl1pPr>
              <a:defRPr sz="2800"/>
            </a:lvl1pPr>
            <a:lvl2pPr>
              <a:defRPr sz="2400"/>
            </a:lvl2pPr>
            <a:lvl3pPr>
              <a:defRPr sz="2000"/>
            </a:lvl3pPr>
            <a:lvl4pPr>
              <a:defRPr sz="1800"/>
            </a:lvl4pPr>
            <a:lvl5pPr>
              <a:defRPr sz="1800"/>
            </a:lvl5pPr>
            <a:lvl6pPr>
              <a:defRPr sz="1800"/>
            </a:lvl6pPr>
            <a:lvl7pPr>
              <a:defRPr sz="1800"/>
            </a:lvl7pPr>
            <a:lvl8pPr>
              <a:defRPr sz="1800"/>
            </a:lvl8pPr>
            <a:lvl9pPr>
              <a:defRPr sz="18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782244947"/>
      </p:ext>
    </p:extLst>
  </p:cSld>
  <p:clrMapOvr>
    <a:masterClrMapping/>
  </p:clrMapOvr>
</p:sldLayout>
</file>

<file path=ppt/slideLayouts/slideLayout5.xml><?xml version="1.0" encoding="utf-8"?>
<p:sldLayout xmlns:a="http://schemas.openxmlformats.org/drawingml/2006/main" xmlns:r="http://schemas.openxmlformats.org/officeDocument/2006/relationships" xmlns:p="http://schemas.openxmlformats.org/presentationml/2006/main" type="twoTxTwoObj" preserve="1">
  <p:cSld name="Comparison">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lvl1pPr>
              <a:defRPr/>
            </a:lvl1pPr>
          </a:lstStyle>
          <a:p>
            <a:r>
              <a:rPr lang="en-US" smtClean="0"/>
              <a:t>Click to edit Master title style</a:t>
            </a:r>
            <a:endParaRPr lang="en-US"/>
          </a:p>
        </p:txBody>
      </p:sp>
      <p:sp>
        <p:nvSpPr>
          <p:cNvPr id="3" name="Text Placeholder 2"/>
          <p:cNvSpPr>
            <a:spLocks noGrp="1"/>
          </p:cNvSpPr>
          <p:nvPr>
            <p:ph type="body" idx="1"/>
          </p:nvPr>
        </p:nvSpPr>
        <p:spPr>
          <a:xfrm>
            <a:off x="457200" y="1535113"/>
            <a:ext cx="4040188"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4" name="Content Placeholder 3"/>
          <p:cNvSpPr>
            <a:spLocks noGrp="1"/>
          </p:cNvSpPr>
          <p:nvPr>
            <p:ph sz="half" idx="2"/>
          </p:nvPr>
        </p:nvSpPr>
        <p:spPr>
          <a:xfrm>
            <a:off x="457200" y="2174875"/>
            <a:ext cx="4040188"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5" name="Text Placeholder 4"/>
          <p:cNvSpPr>
            <a:spLocks noGrp="1"/>
          </p:cNvSpPr>
          <p:nvPr>
            <p:ph type="body" sz="quarter" idx="3"/>
          </p:nvPr>
        </p:nvSpPr>
        <p:spPr>
          <a:xfrm>
            <a:off x="4645025" y="1535113"/>
            <a:ext cx="4041775" cy="639762"/>
          </a:xfrm>
        </p:spPr>
        <p:txBody>
          <a:bodyPr anchor="b"/>
          <a:lstStyle>
            <a:lvl1pPr marL="0" indent="0">
              <a:buNone/>
              <a:defRPr sz="2400" b="1"/>
            </a:lvl1pPr>
            <a:lvl2pPr marL="457200" indent="0">
              <a:buNone/>
              <a:defRPr sz="2000" b="1"/>
            </a:lvl2pPr>
            <a:lvl3pPr marL="914400" indent="0">
              <a:buNone/>
              <a:defRPr sz="1800" b="1"/>
            </a:lvl3pPr>
            <a:lvl4pPr marL="1371600" indent="0">
              <a:buNone/>
              <a:defRPr sz="1600" b="1"/>
            </a:lvl4pPr>
            <a:lvl5pPr marL="1828800" indent="0">
              <a:buNone/>
              <a:defRPr sz="1600" b="1"/>
            </a:lvl5pPr>
            <a:lvl6pPr marL="2286000" indent="0">
              <a:buNone/>
              <a:defRPr sz="1600" b="1"/>
            </a:lvl6pPr>
            <a:lvl7pPr marL="2743200" indent="0">
              <a:buNone/>
              <a:defRPr sz="1600" b="1"/>
            </a:lvl7pPr>
            <a:lvl8pPr marL="3200400" indent="0">
              <a:buNone/>
              <a:defRPr sz="1600" b="1"/>
            </a:lvl8pPr>
            <a:lvl9pPr marL="3657600" indent="0">
              <a:buNone/>
              <a:defRPr sz="1600" b="1"/>
            </a:lvl9pPr>
          </a:lstStyle>
          <a:p>
            <a:pPr lvl="0"/>
            <a:r>
              <a:rPr lang="en-US" smtClean="0"/>
              <a:t>Click to edit Master text styles</a:t>
            </a:r>
          </a:p>
        </p:txBody>
      </p:sp>
      <p:sp>
        <p:nvSpPr>
          <p:cNvPr id="6" name="Content Placeholder 5"/>
          <p:cNvSpPr>
            <a:spLocks noGrp="1"/>
          </p:cNvSpPr>
          <p:nvPr>
            <p:ph sz="quarter" idx="4"/>
          </p:nvPr>
        </p:nvSpPr>
        <p:spPr>
          <a:xfrm>
            <a:off x="4645025" y="2174875"/>
            <a:ext cx="4041775" cy="3951288"/>
          </a:xfrm>
        </p:spPr>
        <p:txBody>
          <a:bodyPr/>
          <a:lstStyle>
            <a:lvl1pPr>
              <a:defRPr sz="2400"/>
            </a:lvl1pPr>
            <a:lvl2pPr>
              <a:defRPr sz="2000"/>
            </a:lvl2pPr>
            <a:lvl3pPr>
              <a:defRPr sz="1800"/>
            </a:lvl3pPr>
            <a:lvl4pPr>
              <a:defRPr sz="1600"/>
            </a:lvl4pPr>
            <a:lvl5pPr>
              <a:defRPr sz="1600"/>
            </a:lvl5pPr>
            <a:lvl6pPr>
              <a:defRPr sz="1600"/>
            </a:lvl6pPr>
            <a:lvl7pPr>
              <a:defRPr sz="1600"/>
            </a:lvl7pPr>
            <a:lvl8pPr>
              <a:defRPr sz="1600"/>
            </a:lvl8pPr>
            <a:lvl9pPr>
              <a:defRPr sz="16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7" name="Date Placeholder 6"/>
          <p:cNvSpPr>
            <a:spLocks noGrp="1"/>
          </p:cNvSpPr>
          <p:nvPr>
            <p:ph type="dt" sz="half" idx="10"/>
          </p:nvPr>
        </p:nvSpPr>
        <p:spPr/>
        <p:txBody>
          <a:bodyPr/>
          <a:lstStyle/>
          <a:p>
            <a:fld id="{5BCAD085-E8A6-8845-BD4E-CB4CCA059FC4}" type="datetimeFigureOut">
              <a:rPr lang="en-US" smtClean="0"/>
              <a:t>1/27/13</a:t>
            </a:fld>
            <a:endParaRPr lang="en-US"/>
          </a:p>
        </p:txBody>
      </p:sp>
      <p:sp>
        <p:nvSpPr>
          <p:cNvPr id="8" name="Footer Placeholder 7"/>
          <p:cNvSpPr>
            <a:spLocks noGrp="1"/>
          </p:cNvSpPr>
          <p:nvPr>
            <p:ph type="ftr" sz="quarter" idx="11"/>
          </p:nvPr>
        </p:nvSpPr>
        <p:spPr/>
        <p:txBody>
          <a:bodyPr/>
          <a:lstStyle/>
          <a:p>
            <a:endParaRPr lang="en-US"/>
          </a:p>
        </p:txBody>
      </p:sp>
      <p:sp>
        <p:nvSpPr>
          <p:cNvPr id="9" name="Slide Number Placeholder 8"/>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990158736"/>
      </p:ext>
    </p:extLst>
  </p:cSld>
  <p:clrMapOvr>
    <a:masterClrMapping/>
  </p:clrMapOvr>
</p:sldLayout>
</file>

<file path=ppt/slideLayouts/slideLayout6.xml><?xml version="1.0" encoding="utf-8"?>
<p:sldLayout xmlns:a="http://schemas.openxmlformats.org/drawingml/2006/main" xmlns:r="http://schemas.openxmlformats.org/officeDocument/2006/relationships" xmlns:p="http://schemas.openxmlformats.org/presentationml/2006/main" type="titleOnly" preserve="1">
  <p:cSld name="Title Only">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Date Placeholder 2"/>
          <p:cNvSpPr>
            <a:spLocks noGrp="1"/>
          </p:cNvSpPr>
          <p:nvPr>
            <p:ph type="dt" sz="half" idx="10"/>
          </p:nvPr>
        </p:nvSpPr>
        <p:spPr/>
        <p:txBody>
          <a:bodyPr/>
          <a:lstStyle/>
          <a:p>
            <a:fld id="{5BCAD085-E8A6-8845-BD4E-CB4CCA059FC4}" type="datetimeFigureOut">
              <a:rPr lang="en-US" smtClean="0"/>
              <a:t>1/27/13</a:t>
            </a:fld>
            <a:endParaRPr lang="en-US"/>
          </a:p>
        </p:txBody>
      </p:sp>
      <p:sp>
        <p:nvSpPr>
          <p:cNvPr id="4" name="Footer Placeholder 3"/>
          <p:cNvSpPr>
            <a:spLocks noGrp="1"/>
          </p:cNvSpPr>
          <p:nvPr>
            <p:ph type="ftr" sz="quarter" idx="11"/>
          </p:nvPr>
        </p:nvSpPr>
        <p:spPr/>
        <p:txBody>
          <a:bodyPr/>
          <a:lstStyle/>
          <a:p>
            <a:endParaRPr lang="en-US"/>
          </a:p>
        </p:txBody>
      </p:sp>
      <p:sp>
        <p:nvSpPr>
          <p:cNvPr id="5" name="Slide Number Placeholder 4"/>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727027711"/>
      </p:ext>
    </p:extLst>
  </p:cSld>
  <p:clrMapOvr>
    <a:masterClrMapping/>
  </p:clrMapOvr>
</p:sldLayout>
</file>

<file path=ppt/slideLayouts/slideLayout7.xml><?xml version="1.0" encoding="utf-8"?>
<p:sldLayout xmlns:a="http://schemas.openxmlformats.org/drawingml/2006/main" xmlns:r="http://schemas.openxmlformats.org/officeDocument/2006/relationships" xmlns:p="http://schemas.openxmlformats.org/presentationml/2006/main" type="blank" preserve="1">
  <p:cSld name="Blank">
    <p:spTree>
      <p:nvGrpSpPr>
        <p:cNvPr id="1" name=""/>
        <p:cNvGrpSpPr/>
        <p:nvPr/>
      </p:nvGrpSpPr>
      <p:grpSpPr>
        <a:xfrm>
          <a:off x="0" y="0"/>
          <a:ext cx="0" cy="0"/>
          <a:chOff x="0" y="0"/>
          <a:chExt cx="0" cy="0"/>
        </a:xfrm>
      </p:grpSpPr>
      <p:sp>
        <p:nvSpPr>
          <p:cNvPr id="2" name="Date Placeholder 1"/>
          <p:cNvSpPr>
            <a:spLocks noGrp="1"/>
          </p:cNvSpPr>
          <p:nvPr>
            <p:ph type="dt" sz="half" idx="10"/>
          </p:nvPr>
        </p:nvSpPr>
        <p:spPr/>
        <p:txBody>
          <a:bodyPr/>
          <a:lstStyle/>
          <a:p>
            <a:fld id="{5BCAD085-E8A6-8845-BD4E-CB4CCA059FC4}" type="datetimeFigureOut">
              <a:rPr lang="en-US" smtClean="0"/>
              <a:t>1/27/13</a:t>
            </a:fld>
            <a:endParaRPr lang="en-US"/>
          </a:p>
        </p:txBody>
      </p:sp>
      <p:sp>
        <p:nvSpPr>
          <p:cNvPr id="3" name="Footer Placeholder 2"/>
          <p:cNvSpPr>
            <a:spLocks noGrp="1"/>
          </p:cNvSpPr>
          <p:nvPr>
            <p:ph type="ftr" sz="quarter" idx="11"/>
          </p:nvPr>
        </p:nvSpPr>
        <p:spPr/>
        <p:txBody>
          <a:bodyPr/>
          <a:lstStyle/>
          <a:p>
            <a:endParaRPr lang="en-US"/>
          </a:p>
        </p:txBody>
      </p:sp>
      <p:sp>
        <p:nvSpPr>
          <p:cNvPr id="4" name="Slide Number Placeholder 3"/>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212999818"/>
      </p:ext>
    </p:extLst>
  </p:cSld>
  <p:clrMapOvr>
    <a:masterClrMapping/>
  </p:clrMapOvr>
</p:sldLayout>
</file>

<file path=ppt/slideLayouts/slideLayout8.xml><?xml version="1.0" encoding="utf-8"?>
<p:sldLayout xmlns:a="http://schemas.openxmlformats.org/drawingml/2006/main" xmlns:r="http://schemas.openxmlformats.org/officeDocument/2006/relationships" xmlns:p="http://schemas.openxmlformats.org/presentationml/2006/main" type="objTx" preserve="1">
  <p:cSld name="Content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457200" y="273050"/>
            <a:ext cx="3008313" cy="1162050"/>
          </a:xfrm>
        </p:spPr>
        <p:txBody>
          <a:bodyPr anchor="b"/>
          <a:lstStyle>
            <a:lvl1pPr algn="l">
              <a:defRPr sz="2000" b="1"/>
            </a:lvl1pPr>
          </a:lstStyle>
          <a:p>
            <a:r>
              <a:rPr lang="en-US" smtClean="0"/>
              <a:t>Click to edit Master title style</a:t>
            </a:r>
            <a:endParaRPr lang="en-US"/>
          </a:p>
        </p:txBody>
      </p:sp>
      <p:sp>
        <p:nvSpPr>
          <p:cNvPr id="3" name="Content Placeholder 2"/>
          <p:cNvSpPr>
            <a:spLocks noGrp="1"/>
          </p:cNvSpPr>
          <p:nvPr>
            <p:ph idx="1"/>
          </p:nvPr>
        </p:nvSpPr>
        <p:spPr>
          <a:xfrm>
            <a:off x="3575050" y="273050"/>
            <a:ext cx="5111750" cy="5853113"/>
          </a:xfrm>
        </p:spPr>
        <p:txBody>
          <a:bodyPr/>
          <a:lstStyle>
            <a:lvl1pPr>
              <a:defRPr sz="3200"/>
            </a:lvl1pPr>
            <a:lvl2pPr>
              <a:defRPr sz="2800"/>
            </a:lvl2pPr>
            <a:lvl3pPr>
              <a:defRPr sz="2400"/>
            </a:lvl3pPr>
            <a:lvl4pPr>
              <a:defRPr sz="2000"/>
            </a:lvl4pPr>
            <a:lvl5pPr>
              <a:defRPr sz="2000"/>
            </a:lvl5pPr>
            <a:lvl6pPr>
              <a:defRPr sz="2000"/>
            </a:lvl6pPr>
            <a:lvl7pPr>
              <a:defRPr sz="2000"/>
            </a:lvl7pPr>
            <a:lvl8pPr>
              <a:defRPr sz="2000"/>
            </a:lvl8pPr>
            <a:lvl9pPr>
              <a:defRPr sz="2000"/>
            </a:lvl9p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Text Placeholder 3"/>
          <p:cNvSpPr>
            <a:spLocks noGrp="1"/>
          </p:cNvSpPr>
          <p:nvPr>
            <p:ph type="body" sz="half" idx="2"/>
          </p:nvPr>
        </p:nvSpPr>
        <p:spPr>
          <a:xfrm>
            <a:off x="457200" y="1435100"/>
            <a:ext cx="3008313" cy="4691063"/>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1840726560"/>
      </p:ext>
    </p:extLst>
  </p:cSld>
  <p:clrMapOvr>
    <a:masterClrMapping/>
  </p:clrMapOvr>
</p:sldLayout>
</file>

<file path=ppt/slideLayouts/slideLayout9.xml><?xml version="1.0" encoding="utf-8"?>
<p:sldLayout xmlns:a="http://schemas.openxmlformats.org/drawingml/2006/main" xmlns:r="http://schemas.openxmlformats.org/officeDocument/2006/relationships" xmlns:p="http://schemas.openxmlformats.org/presentationml/2006/main" type="picTx" preserve="1">
  <p:cSld name="Picture with Caption">
    <p:spTree>
      <p:nvGrpSpPr>
        <p:cNvPr id="1" name=""/>
        <p:cNvGrpSpPr/>
        <p:nvPr/>
      </p:nvGrpSpPr>
      <p:grpSpPr>
        <a:xfrm>
          <a:off x="0" y="0"/>
          <a:ext cx="0" cy="0"/>
          <a:chOff x="0" y="0"/>
          <a:chExt cx="0" cy="0"/>
        </a:xfrm>
      </p:grpSpPr>
      <p:sp>
        <p:nvSpPr>
          <p:cNvPr id="2" name="Title 1"/>
          <p:cNvSpPr>
            <a:spLocks noGrp="1"/>
          </p:cNvSpPr>
          <p:nvPr>
            <p:ph type="title"/>
          </p:nvPr>
        </p:nvSpPr>
        <p:spPr>
          <a:xfrm>
            <a:off x="1792288" y="4800600"/>
            <a:ext cx="5486400" cy="566738"/>
          </a:xfrm>
        </p:spPr>
        <p:txBody>
          <a:bodyPr anchor="b"/>
          <a:lstStyle>
            <a:lvl1pPr algn="l">
              <a:defRPr sz="2000" b="1"/>
            </a:lvl1pPr>
          </a:lstStyle>
          <a:p>
            <a:r>
              <a:rPr lang="en-US" smtClean="0"/>
              <a:t>Click to edit Master title style</a:t>
            </a:r>
            <a:endParaRPr lang="en-US"/>
          </a:p>
        </p:txBody>
      </p:sp>
      <p:sp>
        <p:nvSpPr>
          <p:cNvPr id="3" name="Picture Placeholder 2"/>
          <p:cNvSpPr>
            <a:spLocks noGrp="1"/>
          </p:cNvSpPr>
          <p:nvPr>
            <p:ph type="pic" idx="1"/>
          </p:nvPr>
        </p:nvSpPr>
        <p:spPr>
          <a:xfrm>
            <a:off x="1792288" y="612775"/>
            <a:ext cx="5486400" cy="4114800"/>
          </a:xfrm>
        </p:spPr>
        <p:txBody>
          <a:bodyPr/>
          <a:lstStyle>
            <a:lvl1pPr marL="0" indent="0">
              <a:buNone/>
              <a:defRPr sz="3200"/>
            </a:lvl1pPr>
            <a:lvl2pPr marL="457200" indent="0">
              <a:buNone/>
              <a:defRPr sz="2800"/>
            </a:lvl2pPr>
            <a:lvl3pPr marL="914400" indent="0">
              <a:buNone/>
              <a:defRPr sz="2400"/>
            </a:lvl3pPr>
            <a:lvl4pPr marL="1371600" indent="0">
              <a:buNone/>
              <a:defRPr sz="2000"/>
            </a:lvl4pPr>
            <a:lvl5pPr marL="1828800" indent="0">
              <a:buNone/>
              <a:defRPr sz="2000"/>
            </a:lvl5pPr>
            <a:lvl6pPr marL="2286000" indent="0">
              <a:buNone/>
              <a:defRPr sz="2000"/>
            </a:lvl6pPr>
            <a:lvl7pPr marL="2743200" indent="0">
              <a:buNone/>
              <a:defRPr sz="2000"/>
            </a:lvl7pPr>
            <a:lvl8pPr marL="3200400" indent="0">
              <a:buNone/>
              <a:defRPr sz="2000"/>
            </a:lvl8pPr>
            <a:lvl9pPr marL="3657600" indent="0">
              <a:buNone/>
              <a:defRPr sz="2000"/>
            </a:lvl9pPr>
          </a:lstStyle>
          <a:p>
            <a:endParaRPr lang="en-US"/>
          </a:p>
        </p:txBody>
      </p:sp>
      <p:sp>
        <p:nvSpPr>
          <p:cNvPr id="4" name="Text Placeholder 3"/>
          <p:cNvSpPr>
            <a:spLocks noGrp="1"/>
          </p:cNvSpPr>
          <p:nvPr>
            <p:ph type="body" sz="half" idx="2"/>
          </p:nvPr>
        </p:nvSpPr>
        <p:spPr>
          <a:xfrm>
            <a:off x="1792288" y="5367338"/>
            <a:ext cx="5486400" cy="804862"/>
          </a:xfrm>
        </p:spPr>
        <p:txBody>
          <a:bodyPr/>
          <a:lstStyle>
            <a:lvl1pPr marL="0" indent="0">
              <a:buNone/>
              <a:defRPr sz="1400"/>
            </a:lvl1pPr>
            <a:lvl2pPr marL="457200" indent="0">
              <a:buNone/>
              <a:defRPr sz="1200"/>
            </a:lvl2pPr>
            <a:lvl3pPr marL="914400" indent="0">
              <a:buNone/>
              <a:defRPr sz="1000"/>
            </a:lvl3pPr>
            <a:lvl4pPr marL="1371600" indent="0">
              <a:buNone/>
              <a:defRPr sz="900"/>
            </a:lvl4pPr>
            <a:lvl5pPr marL="1828800" indent="0">
              <a:buNone/>
              <a:defRPr sz="900"/>
            </a:lvl5pPr>
            <a:lvl6pPr marL="2286000" indent="0">
              <a:buNone/>
              <a:defRPr sz="900"/>
            </a:lvl6pPr>
            <a:lvl7pPr marL="2743200" indent="0">
              <a:buNone/>
              <a:defRPr sz="900"/>
            </a:lvl7pPr>
            <a:lvl8pPr marL="3200400" indent="0">
              <a:buNone/>
              <a:defRPr sz="900"/>
            </a:lvl8pPr>
            <a:lvl9pPr marL="3657600" indent="0">
              <a:buNone/>
              <a:defRPr sz="900"/>
            </a:lvl9pPr>
          </a:lstStyle>
          <a:p>
            <a:pPr lvl="0"/>
            <a:r>
              <a:rPr lang="en-US" smtClean="0"/>
              <a:t>Click to edit Master text styles</a:t>
            </a:r>
          </a:p>
        </p:txBody>
      </p:sp>
      <p:sp>
        <p:nvSpPr>
          <p:cNvPr id="5" name="Date Placeholder 4"/>
          <p:cNvSpPr>
            <a:spLocks noGrp="1"/>
          </p:cNvSpPr>
          <p:nvPr>
            <p:ph type="dt" sz="half" idx="10"/>
          </p:nvPr>
        </p:nvSpPr>
        <p:spPr/>
        <p:txBody>
          <a:bodyPr/>
          <a:lstStyle/>
          <a:p>
            <a:fld id="{5BCAD085-E8A6-8845-BD4E-CB4CCA059FC4}" type="datetimeFigureOut">
              <a:rPr lang="en-US" smtClean="0"/>
              <a:t>1/27/13</a:t>
            </a:fld>
            <a:endParaRPr lang="en-US"/>
          </a:p>
        </p:txBody>
      </p:sp>
      <p:sp>
        <p:nvSpPr>
          <p:cNvPr id="6" name="Footer Placeholder 5"/>
          <p:cNvSpPr>
            <a:spLocks noGrp="1"/>
          </p:cNvSpPr>
          <p:nvPr>
            <p:ph type="ftr" sz="quarter" idx="11"/>
          </p:nvPr>
        </p:nvSpPr>
        <p:spPr/>
        <p:txBody>
          <a:bodyPr/>
          <a:lstStyle/>
          <a:p>
            <a:endParaRPr lang="en-US"/>
          </a:p>
        </p:txBody>
      </p:sp>
      <p:sp>
        <p:nvSpPr>
          <p:cNvPr id="7" name="Slide Number Placeholder 6"/>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889236939"/>
      </p:ext>
    </p:extLst>
  </p:cSld>
  <p:clrMapOvr>
    <a:masterClrMapping/>
  </p:clrMapOvr>
</p:sldLayout>
</file>

<file path=ppt/slideLayouts/slideLayout10.xml><?xml version="1.0" encoding="utf-8"?>
<p:sldLayout xmlns:a="http://schemas.openxmlformats.org/drawingml/2006/main" xmlns:r="http://schemas.openxmlformats.org/officeDocument/2006/relationships" xmlns:p="http://schemas.openxmlformats.org/presentationml/2006/main" type="vertTx" preserve="1">
  <p:cSld name="Title and Vertical Text">
    <p:spTree>
      <p:nvGrpSpPr>
        <p:cNvPr id="1" name=""/>
        <p:cNvGrpSpPr/>
        <p:nvPr/>
      </p:nvGrpSpPr>
      <p:grpSpPr>
        <a:xfrm>
          <a:off x="0" y="0"/>
          <a:ext cx="0" cy="0"/>
          <a:chOff x="0" y="0"/>
          <a:chExt cx="0" cy="0"/>
        </a:xfrm>
      </p:grpSpPr>
      <p:sp>
        <p:nvSpPr>
          <p:cNvPr id="2" name="Title 1"/>
          <p:cNvSpPr>
            <a:spLocks noGrp="1"/>
          </p:cNvSpPr>
          <p:nvPr>
            <p:ph type="title"/>
          </p:nvPr>
        </p:nvSpPr>
        <p:spPr/>
        <p:txBody>
          <a:bodyPr/>
          <a:lstStyle/>
          <a:p>
            <a:r>
              <a:rPr lang="en-US" smtClean="0"/>
              <a:t>Click to edit Master title style</a:t>
            </a:r>
            <a:endParaRPr lang="en-US"/>
          </a:p>
        </p:txBody>
      </p:sp>
      <p:sp>
        <p:nvSpPr>
          <p:cNvPr id="3" name="Vertical Text Placeholder 2"/>
          <p:cNvSpPr>
            <a:spLocks noGrp="1"/>
          </p:cNvSpPr>
          <p:nvPr>
            <p:ph type="body" orient="vert" idx="1"/>
          </p:nvPr>
        </p:nvSpPr>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2910927964"/>
      </p:ext>
    </p:extLst>
  </p:cSld>
  <p:clrMapOvr>
    <a:masterClrMapping/>
  </p:clrMapOvr>
</p:sldLayout>
</file>

<file path=ppt/slideLayouts/slideLayout11.xml><?xml version="1.0" encoding="utf-8"?>
<p:sldLayout xmlns:a="http://schemas.openxmlformats.org/drawingml/2006/main" xmlns:r="http://schemas.openxmlformats.org/officeDocument/2006/relationships" xmlns:p="http://schemas.openxmlformats.org/presentationml/2006/main" type="vertTitleAndTx" preserve="1">
  <p:cSld name="Vertical Title and Text">
    <p:spTree>
      <p:nvGrpSpPr>
        <p:cNvPr id="1" name=""/>
        <p:cNvGrpSpPr/>
        <p:nvPr/>
      </p:nvGrpSpPr>
      <p:grpSpPr>
        <a:xfrm>
          <a:off x="0" y="0"/>
          <a:ext cx="0" cy="0"/>
          <a:chOff x="0" y="0"/>
          <a:chExt cx="0" cy="0"/>
        </a:xfrm>
      </p:grpSpPr>
      <p:sp>
        <p:nvSpPr>
          <p:cNvPr id="2" name="Vertical Title 1"/>
          <p:cNvSpPr>
            <a:spLocks noGrp="1"/>
          </p:cNvSpPr>
          <p:nvPr>
            <p:ph type="title" orient="vert"/>
          </p:nvPr>
        </p:nvSpPr>
        <p:spPr>
          <a:xfrm>
            <a:off x="6629400" y="274638"/>
            <a:ext cx="2057400" cy="5851525"/>
          </a:xfrm>
        </p:spPr>
        <p:txBody>
          <a:bodyPr vert="eaVert"/>
          <a:lstStyle/>
          <a:p>
            <a:r>
              <a:rPr lang="en-US" smtClean="0"/>
              <a:t>Click to edit Master title style</a:t>
            </a:r>
            <a:endParaRPr lang="en-US"/>
          </a:p>
        </p:txBody>
      </p:sp>
      <p:sp>
        <p:nvSpPr>
          <p:cNvPr id="3" name="Vertical Text Placeholder 2"/>
          <p:cNvSpPr>
            <a:spLocks noGrp="1"/>
          </p:cNvSpPr>
          <p:nvPr>
            <p:ph type="body" orient="vert" idx="1"/>
          </p:nvPr>
        </p:nvSpPr>
        <p:spPr>
          <a:xfrm>
            <a:off x="457200" y="274638"/>
            <a:ext cx="6019800" cy="5851525"/>
          </a:xfrm>
        </p:spPr>
        <p:txBody>
          <a:bodyPr vert="eaVert"/>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10"/>
          </p:nvPr>
        </p:nvSpPr>
        <p:spPr/>
        <p:txBody>
          <a:bodyPr/>
          <a:lstStyle/>
          <a:p>
            <a:fld id="{5BCAD085-E8A6-8845-BD4E-CB4CCA059FC4}" type="datetimeFigureOut">
              <a:rPr lang="en-US" smtClean="0"/>
              <a:t>1/27/13</a:t>
            </a:fld>
            <a:endParaRPr lang="en-US"/>
          </a:p>
        </p:txBody>
      </p:sp>
      <p:sp>
        <p:nvSpPr>
          <p:cNvPr id="5" name="Footer Placeholder 4"/>
          <p:cNvSpPr>
            <a:spLocks noGrp="1"/>
          </p:cNvSpPr>
          <p:nvPr>
            <p:ph type="ftr" sz="quarter" idx="11"/>
          </p:nvPr>
        </p:nvSpPr>
        <p:spPr/>
        <p:txBody>
          <a:bodyPr/>
          <a:lstStyle/>
          <a:p>
            <a:endParaRPr lang="en-US"/>
          </a:p>
        </p:txBody>
      </p:sp>
      <p:sp>
        <p:nvSpPr>
          <p:cNvPr id="6" name="Slide Number Placeholder 5"/>
          <p:cNvSpPr>
            <a:spLocks noGrp="1"/>
          </p:cNvSpPr>
          <p:nvPr>
            <p:ph type="sldNum" sz="quarter" idx="12"/>
          </p:nvPr>
        </p:nvSpPr>
        <p:spPr/>
        <p:txBody>
          <a:bodyPr/>
          <a:lstStyle/>
          <a:p>
            <a:fld id="{C1FF6DA9-008F-8B48-92A6-B652298478BF}" type="slidenum">
              <a:rPr lang="en-US" smtClean="0"/>
              <a:t>‹#›</a:t>
            </a:fld>
            <a:endParaRPr lang="en-US"/>
          </a:p>
        </p:txBody>
      </p:sp>
    </p:spTree>
    <p:extLst>
      <p:ext uri="{BB962C8B-B14F-4D97-AF65-F5344CB8AC3E}">
        <p14:creationId xmlns:p14="http://schemas.microsoft.com/office/powerpoint/2010/main" val="3612223792"/>
      </p:ext>
    </p:extLst>
  </p:cSld>
  <p:clrMapOvr>
    <a:masterClrMapping/>
  </p:clrMapOvr>
</p:sldLayout>
</file>

<file path=ppt/slideMasters/_rels/slideMaster1.xml.rels><?xml version='1.0' encoding='UTF-8' standalone='yes'?>
<Relationships xmlns="http://schemas.openxmlformats.org/package/2006/relationships"><Relationship Id="rId1" Type="http://schemas.openxmlformats.org/officeDocument/2006/relationships/slideLayout" Target="../slideLayouts/slideLayout1.xml"/><Relationship Id="rId2" Type="http://schemas.openxmlformats.org/officeDocument/2006/relationships/slideLayout" Target="../slideLayouts/slideLayout2.xml"/><Relationship Id="rId3" Type="http://schemas.openxmlformats.org/officeDocument/2006/relationships/slideLayout" Target="../slideLayouts/slideLayout3.xml"/><Relationship Id="rId4" Type="http://schemas.openxmlformats.org/officeDocument/2006/relationships/slideLayout" Target="../slideLayouts/slideLayout4.xml"/><Relationship Id="rId5" Type="http://schemas.openxmlformats.org/officeDocument/2006/relationships/slideLayout" Target="../slideLayouts/slideLayout5.xml"/><Relationship Id="rId6" Type="http://schemas.openxmlformats.org/officeDocument/2006/relationships/slideLayout" Target="../slideLayouts/slideLayout6.xml"/><Relationship Id="rId7" Type="http://schemas.openxmlformats.org/officeDocument/2006/relationships/slideLayout" Target="../slideLayouts/slideLayout7.xml"/><Relationship Id="rId8" Type="http://schemas.openxmlformats.org/officeDocument/2006/relationships/slideLayout" Target="../slideLayouts/slideLayout8.xml"/><Relationship Id="rId9" Type="http://schemas.openxmlformats.org/officeDocument/2006/relationships/slideLayout" Target="../slideLayouts/slideLayout9.xml"/><Relationship Id="rId10" Type="http://schemas.openxmlformats.org/officeDocument/2006/relationships/slideLayout" Target="../slideLayouts/slideLayout10.xml"/><Relationship Id="rId11" Type="http://schemas.openxmlformats.org/officeDocument/2006/relationships/slideLayout" Target="../slideLayouts/slideLayout11.xml"/><Relationship Id="rId12" Type="http://schemas.openxmlformats.org/officeDocument/2006/relationships/theme" Target="../theme/theme1.xml"/></Relationships>
</file>

<file path=ppt/slideMasters/slideMaster1.xml><?xml version="1.0" encoding="utf-8"?>
<p:sldMaster xmlns:a="http://schemas.openxmlformats.org/drawingml/2006/main" xmlns:r="http://schemas.openxmlformats.org/officeDocument/2006/relationships" xmlns:p="http://schemas.openxmlformats.org/presentationml/2006/main">
  <p:cSld>
    <p:bg>
      <p:bgRef idx="1001">
        <a:schemeClr val="bg1"/>
      </p:bgRef>
    </p:bg>
    <p:spTree>
      <p:nvGrpSpPr>
        <p:cNvPr id="1" name=""/>
        <p:cNvGrpSpPr/>
        <p:nvPr/>
      </p:nvGrpSpPr>
      <p:grpSpPr>
        <a:xfrm>
          <a:off x="0" y="0"/>
          <a:ext cx="0" cy="0"/>
          <a:chOff x="0" y="0"/>
          <a:chExt cx="0" cy="0"/>
        </a:xfrm>
      </p:grpSpPr>
      <p:sp>
        <p:nvSpPr>
          <p:cNvPr id="2" name="Title Placeholder 1"/>
          <p:cNvSpPr>
            <a:spLocks noGrp="1"/>
          </p:cNvSpPr>
          <p:nvPr>
            <p:ph type="title"/>
          </p:nvPr>
        </p:nvSpPr>
        <p:spPr>
          <a:xfrm>
            <a:off x="457200" y="274638"/>
            <a:ext cx="8229600" cy="1143000"/>
          </a:xfrm>
          <a:prstGeom prst="rect">
            <a:avLst/>
          </a:prstGeom>
        </p:spPr>
        <p:txBody>
          <a:bodyPr vert="horz" lIns="91440" tIns="45720" rIns="91440" bIns="45720" rtlCol="0" anchor="ctr">
            <a:normAutofit/>
          </a:bodyPr>
          <a:lstStyle/>
          <a:p>
            <a:r>
              <a:rPr lang="en-US" smtClean="0"/>
              <a:t>Click to edit Master title style</a:t>
            </a:r>
            <a:endParaRPr lang="en-US"/>
          </a:p>
        </p:txBody>
      </p:sp>
      <p:sp>
        <p:nvSpPr>
          <p:cNvPr id="3" name="Text Placeholder 2"/>
          <p:cNvSpPr>
            <a:spLocks noGrp="1"/>
          </p:cNvSpPr>
          <p:nvPr>
            <p:ph type="body" idx="1"/>
          </p:nvPr>
        </p:nvSpPr>
        <p:spPr>
          <a:xfrm>
            <a:off x="457200" y="1600200"/>
            <a:ext cx="8229600" cy="4525963"/>
          </a:xfrm>
          <a:prstGeom prst="rect">
            <a:avLst/>
          </a:prstGeom>
        </p:spPr>
        <p:txBody>
          <a:bodyPr vert="horz" lIns="91440" tIns="45720" rIns="91440" bIns="45720" rtlCol="0">
            <a:normAutofit/>
          </a:bodyPr>
          <a:lstStyle/>
          <a:p>
            <a:pPr lvl="0"/>
            <a:r>
              <a:rPr lang="en-US" smtClean="0"/>
              <a:t>Click to edit Master text styles</a:t>
            </a:r>
          </a:p>
          <a:p>
            <a:pPr lvl="1"/>
            <a:r>
              <a:rPr lang="en-US" smtClean="0"/>
              <a:t>Second level</a:t>
            </a:r>
          </a:p>
          <a:p>
            <a:pPr lvl="2"/>
            <a:r>
              <a:rPr lang="en-US" smtClean="0"/>
              <a:t>Third level</a:t>
            </a:r>
          </a:p>
          <a:p>
            <a:pPr lvl="3"/>
            <a:r>
              <a:rPr lang="en-US" smtClean="0"/>
              <a:t>Fourth level</a:t>
            </a:r>
          </a:p>
          <a:p>
            <a:pPr lvl="4"/>
            <a:r>
              <a:rPr lang="en-US" smtClean="0"/>
              <a:t>Fifth level</a:t>
            </a:r>
            <a:endParaRPr lang="en-US"/>
          </a:p>
        </p:txBody>
      </p:sp>
      <p:sp>
        <p:nvSpPr>
          <p:cNvPr id="4" name="Date Placeholder 3"/>
          <p:cNvSpPr>
            <a:spLocks noGrp="1"/>
          </p:cNvSpPr>
          <p:nvPr>
            <p:ph type="dt" sz="half" idx="2"/>
          </p:nvPr>
        </p:nvSpPr>
        <p:spPr>
          <a:xfrm>
            <a:off x="457200" y="6356350"/>
            <a:ext cx="2133600" cy="365125"/>
          </a:xfrm>
          <a:prstGeom prst="rect">
            <a:avLst/>
          </a:prstGeom>
        </p:spPr>
        <p:txBody>
          <a:bodyPr vert="horz" lIns="91440" tIns="45720" rIns="91440" bIns="45720" rtlCol="0" anchor="ctr"/>
          <a:lstStyle>
            <a:lvl1pPr algn="l">
              <a:defRPr sz="1200">
                <a:solidFill>
                  <a:schemeClr val="tx1">
                    <a:tint val="75000"/>
                  </a:schemeClr>
                </a:solidFill>
              </a:defRPr>
            </a:lvl1pPr>
          </a:lstStyle>
          <a:p>
            <a:fld id="{5BCAD085-E8A6-8845-BD4E-CB4CCA059FC4}" type="datetimeFigureOut">
              <a:rPr lang="en-US" smtClean="0"/>
              <a:t>1/27/13</a:t>
            </a:fld>
            <a:endParaRPr lang="en-US"/>
          </a:p>
        </p:txBody>
      </p:sp>
      <p:sp>
        <p:nvSpPr>
          <p:cNvPr id="5" name="Footer Placeholder 4"/>
          <p:cNvSpPr>
            <a:spLocks noGrp="1"/>
          </p:cNvSpPr>
          <p:nvPr>
            <p:ph type="ftr" sz="quarter" idx="3"/>
          </p:nvPr>
        </p:nvSpPr>
        <p:spPr>
          <a:xfrm>
            <a:off x="3124200" y="6356350"/>
            <a:ext cx="2895600" cy="365125"/>
          </a:xfrm>
          <a:prstGeom prst="rect">
            <a:avLst/>
          </a:prstGeom>
        </p:spPr>
        <p:txBody>
          <a:bodyPr vert="horz" lIns="91440" tIns="45720" rIns="91440" bIns="45720" rtlCol="0" anchor="ctr"/>
          <a:lstStyle>
            <a:lvl1pPr algn="ctr">
              <a:defRPr sz="1200">
                <a:solidFill>
                  <a:schemeClr val="tx1">
                    <a:tint val="75000"/>
                  </a:schemeClr>
                </a:solidFill>
              </a:defRPr>
            </a:lvl1pPr>
          </a:lstStyle>
          <a:p>
            <a:endParaRPr lang="en-US"/>
          </a:p>
        </p:txBody>
      </p:sp>
      <p:sp>
        <p:nvSpPr>
          <p:cNvPr id="6" name="Slide Number Placeholder 5"/>
          <p:cNvSpPr>
            <a:spLocks noGrp="1"/>
          </p:cNvSpPr>
          <p:nvPr>
            <p:ph type="sldNum" sz="quarter" idx="4"/>
          </p:nvPr>
        </p:nvSpPr>
        <p:spPr>
          <a:xfrm>
            <a:off x="6553200" y="6356350"/>
            <a:ext cx="2133600" cy="365125"/>
          </a:xfrm>
          <a:prstGeom prst="rect">
            <a:avLst/>
          </a:prstGeom>
        </p:spPr>
        <p:txBody>
          <a:bodyPr vert="horz" lIns="91440" tIns="45720" rIns="91440" bIns="45720" rtlCol="0" anchor="ctr"/>
          <a:lstStyle>
            <a:lvl1pPr algn="r">
              <a:defRPr sz="1200">
                <a:solidFill>
                  <a:schemeClr val="tx1">
                    <a:tint val="75000"/>
                  </a:schemeClr>
                </a:solidFill>
              </a:defRPr>
            </a:lvl1pPr>
          </a:lstStyle>
          <a:p>
            <a:fld id="{C1FF6DA9-008F-8B48-92A6-B652298478BF}" type="slidenum">
              <a:rPr lang="en-US" smtClean="0"/>
              <a:t>‹#›</a:t>
            </a:fld>
            <a:endParaRPr lang="en-US"/>
          </a:p>
        </p:txBody>
      </p:sp>
    </p:spTree>
    <p:extLst>
      <p:ext uri="{BB962C8B-B14F-4D97-AF65-F5344CB8AC3E}">
        <p14:creationId xmlns:p14="http://schemas.microsoft.com/office/powerpoint/2010/main" val="2209977519"/>
      </p:ext>
    </p:extLst>
  </p:cSld>
  <p:clrMap bg1="lt1" tx1="dk1" bg2="lt2" tx2="dk2" accent1="accent1" accent2="accent2" accent3="accent3" accent4="accent4" accent5="accent5" accent6="accent6" hlink="hlink" folHlink="folHlink"/>
  <p:sldLayoutIdLst>
    <p:sldLayoutId id="2147483649" r:id="rId1"/>
    <p:sldLayoutId id="2147483650" r:id="rId2"/>
    <p:sldLayoutId id="2147483651" r:id="rId3"/>
    <p:sldLayoutId id="2147483652" r:id="rId4"/>
    <p:sldLayoutId id="2147483653" r:id="rId5"/>
    <p:sldLayoutId id="2147483654" r:id="rId6"/>
    <p:sldLayoutId id="2147483655" r:id="rId7"/>
    <p:sldLayoutId id="2147483656" r:id="rId8"/>
    <p:sldLayoutId id="2147483657" r:id="rId9"/>
    <p:sldLayoutId id="2147483658" r:id="rId10"/>
    <p:sldLayoutId id="2147483659" r:id="rId11"/>
  </p:sldLayoutIdLst>
  <p:txStyles>
    <p:titleStyle>
      <a:lvl1pPr algn="ctr" defTabSz="457200" rtl="0" eaLnBrk="1" latinLnBrk="0" hangingPunct="1">
        <a:spcBef>
          <a:spcPct val="0"/>
        </a:spcBef>
        <a:buNone/>
        <a:defRPr sz="4400" kern="1200">
          <a:solidFill>
            <a:schemeClr val="tx1"/>
          </a:solidFill>
          <a:latin typeface="+mj-lt"/>
          <a:ea typeface="+mj-ea"/>
          <a:cs typeface="+mj-cs"/>
        </a:defRPr>
      </a:lvl1pPr>
    </p:titleStyle>
    <p:bodyStyle>
      <a:lvl1pPr marL="342900" indent="-342900" algn="l" defTabSz="457200" rtl="0" eaLnBrk="1" latinLnBrk="0" hangingPunct="1">
        <a:spcBef>
          <a:spcPct val="20000"/>
        </a:spcBef>
        <a:buFont typeface="Arial"/>
        <a:buChar char="•"/>
        <a:defRPr sz="3200" kern="1200">
          <a:solidFill>
            <a:schemeClr val="tx1"/>
          </a:solidFill>
          <a:latin typeface="+mn-lt"/>
          <a:ea typeface="+mn-ea"/>
          <a:cs typeface="+mn-cs"/>
        </a:defRPr>
      </a:lvl1pPr>
      <a:lvl2pPr marL="742950" indent="-285750" algn="l" defTabSz="457200" rtl="0" eaLnBrk="1" latinLnBrk="0" hangingPunct="1">
        <a:spcBef>
          <a:spcPct val="20000"/>
        </a:spcBef>
        <a:buFont typeface="Arial"/>
        <a:buChar char="–"/>
        <a:defRPr sz="2800" kern="1200">
          <a:solidFill>
            <a:schemeClr val="tx1"/>
          </a:solidFill>
          <a:latin typeface="+mn-lt"/>
          <a:ea typeface="+mn-ea"/>
          <a:cs typeface="+mn-cs"/>
        </a:defRPr>
      </a:lvl2pPr>
      <a:lvl3pPr marL="1143000" indent="-228600" algn="l" defTabSz="457200" rtl="0" eaLnBrk="1" latinLnBrk="0" hangingPunct="1">
        <a:spcBef>
          <a:spcPct val="20000"/>
        </a:spcBef>
        <a:buFont typeface="Arial"/>
        <a:buChar char="•"/>
        <a:defRPr sz="2400" kern="1200">
          <a:solidFill>
            <a:schemeClr val="tx1"/>
          </a:solidFill>
          <a:latin typeface="+mn-lt"/>
          <a:ea typeface="+mn-ea"/>
          <a:cs typeface="+mn-cs"/>
        </a:defRPr>
      </a:lvl3pPr>
      <a:lvl4pPr marL="1600200" indent="-228600" algn="l" defTabSz="457200" rtl="0" eaLnBrk="1" latinLnBrk="0" hangingPunct="1">
        <a:spcBef>
          <a:spcPct val="20000"/>
        </a:spcBef>
        <a:buFont typeface="Arial"/>
        <a:buChar char="–"/>
        <a:defRPr sz="2000" kern="1200">
          <a:solidFill>
            <a:schemeClr val="tx1"/>
          </a:solidFill>
          <a:latin typeface="+mn-lt"/>
          <a:ea typeface="+mn-ea"/>
          <a:cs typeface="+mn-cs"/>
        </a:defRPr>
      </a:lvl4pPr>
      <a:lvl5pPr marL="2057400" indent="-228600" algn="l" defTabSz="457200" rtl="0" eaLnBrk="1" latinLnBrk="0" hangingPunct="1">
        <a:spcBef>
          <a:spcPct val="20000"/>
        </a:spcBef>
        <a:buFont typeface="Arial"/>
        <a:buChar char="»"/>
        <a:defRPr sz="2000" kern="1200">
          <a:solidFill>
            <a:schemeClr val="tx1"/>
          </a:solidFill>
          <a:latin typeface="+mn-lt"/>
          <a:ea typeface="+mn-ea"/>
          <a:cs typeface="+mn-cs"/>
        </a:defRPr>
      </a:lvl5pPr>
      <a:lvl6pPr marL="2514600" indent="-228600" algn="l" defTabSz="457200" rtl="0" eaLnBrk="1" latinLnBrk="0" hangingPunct="1">
        <a:spcBef>
          <a:spcPct val="20000"/>
        </a:spcBef>
        <a:buFont typeface="Arial"/>
        <a:buChar char="•"/>
        <a:defRPr sz="2000" kern="1200">
          <a:solidFill>
            <a:schemeClr val="tx1"/>
          </a:solidFill>
          <a:latin typeface="+mn-lt"/>
          <a:ea typeface="+mn-ea"/>
          <a:cs typeface="+mn-cs"/>
        </a:defRPr>
      </a:lvl6pPr>
      <a:lvl7pPr marL="2971800" indent="-228600" algn="l" defTabSz="457200" rtl="0" eaLnBrk="1" latinLnBrk="0" hangingPunct="1">
        <a:spcBef>
          <a:spcPct val="20000"/>
        </a:spcBef>
        <a:buFont typeface="Arial"/>
        <a:buChar char="•"/>
        <a:defRPr sz="2000" kern="1200">
          <a:solidFill>
            <a:schemeClr val="tx1"/>
          </a:solidFill>
          <a:latin typeface="+mn-lt"/>
          <a:ea typeface="+mn-ea"/>
          <a:cs typeface="+mn-cs"/>
        </a:defRPr>
      </a:lvl7pPr>
      <a:lvl8pPr marL="3429000" indent="-228600" algn="l" defTabSz="457200" rtl="0" eaLnBrk="1" latinLnBrk="0" hangingPunct="1">
        <a:spcBef>
          <a:spcPct val="20000"/>
        </a:spcBef>
        <a:buFont typeface="Arial"/>
        <a:buChar char="•"/>
        <a:defRPr sz="2000" kern="1200">
          <a:solidFill>
            <a:schemeClr val="tx1"/>
          </a:solidFill>
          <a:latin typeface="+mn-lt"/>
          <a:ea typeface="+mn-ea"/>
          <a:cs typeface="+mn-cs"/>
        </a:defRPr>
      </a:lvl8pPr>
      <a:lvl9pPr marL="3886200" indent="-228600" algn="l" defTabSz="457200" rtl="0" eaLnBrk="1" latinLnBrk="0" hangingPunct="1">
        <a:spcBef>
          <a:spcPct val="20000"/>
        </a:spcBef>
        <a:buFont typeface="Arial"/>
        <a:buChar char="•"/>
        <a:defRPr sz="2000" kern="1200">
          <a:solidFill>
            <a:schemeClr val="tx1"/>
          </a:solidFill>
          <a:latin typeface="+mn-lt"/>
          <a:ea typeface="+mn-ea"/>
          <a:cs typeface="+mn-cs"/>
        </a:defRPr>
      </a:lvl9pPr>
    </p:bodyStyle>
    <p:otherStyle>
      <a:defPPr>
        <a:defRPr lang="en-US"/>
      </a:defPPr>
      <a:lvl1pPr marL="0" algn="l" defTabSz="457200" rtl="0" eaLnBrk="1" latinLnBrk="0" hangingPunct="1">
        <a:defRPr sz="1800" kern="1200">
          <a:solidFill>
            <a:schemeClr val="tx1"/>
          </a:solidFill>
          <a:latin typeface="+mn-lt"/>
          <a:ea typeface="+mn-ea"/>
          <a:cs typeface="+mn-cs"/>
        </a:defRPr>
      </a:lvl1pPr>
      <a:lvl2pPr marL="457200" algn="l" defTabSz="457200" rtl="0" eaLnBrk="1" latinLnBrk="0" hangingPunct="1">
        <a:defRPr sz="1800" kern="1200">
          <a:solidFill>
            <a:schemeClr val="tx1"/>
          </a:solidFill>
          <a:latin typeface="+mn-lt"/>
          <a:ea typeface="+mn-ea"/>
          <a:cs typeface="+mn-cs"/>
        </a:defRPr>
      </a:lvl2pPr>
      <a:lvl3pPr marL="914400" algn="l" defTabSz="457200" rtl="0" eaLnBrk="1" latinLnBrk="0" hangingPunct="1">
        <a:defRPr sz="1800" kern="1200">
          <a:solidFill>
            <a:schemeClr val="tx1"/>
          </a:solidFill>
          <a:latin typeface="+mn-lt"/>
          <a:ea typeface="+mn-ea"/>
          <a:cs typeface="+mn-cs"/>
        </a:defRPr>
      </a:lvl3pPr>
      <a:lvl4pPr marL="1371600" algn="l" defTabSz="457200" rtl="0" eaLnBrk="1" latinLnBrk="0" hangingPunct="1">
        <a:defRPr sz="1800" kern="1200">
          <a:solidFill>
            <a:schemeClr val="tx1"/>
          </a:solidFill>
          <a:latin typeface="+mn-lt"/>
          <a:ea typeface="+mn-ea"/>
          <a:cs typeface="+mn-cs"/>
        </a:defRPr>
      </a:lvl4pPr>
      <a:lvl5pPr marL="1828800" algn="l" defTabSz="457200" rtl="0" eaLnBrk="1" latinLnBrk="0" hangingPunct="1">
        <a:defRPr sz="1800" kern="1200">
          <a:solidFill>
            <a:schemeClr val="tx1"/>
          </a:solidFill>
          <a:latin typeface="+mn-lt"/>
          <a:ea typeface="+mn-ea"/>
          <a:cs typeface="+mn-cs"/>
        </a:defRPr>
      </a:lvl5pPr>
      <a:lvl6pPr marL="2286000" algn="l" defTabSz="457200" rtl="0" eaLnBrk="1" latinLnBrk="0" hangingPunct="1">
        <a:defRPr sz="1800" kern="1200">
          <a:solidFill>
            <a:schemeClr val="tx1"/>
          </a:solidFill>
          <a:latin typeface="+mn-lt"/>
          <a:ea typeface="+mn-ea"/>
          <a:cs typeface="+mn-cs"/>
        </a:defRPr>
      </a:lvl6pPr>
      <a:lvl7pPr marL="2743200" algn="l" defTabSz="457200" rtl="0" eaLnBrk="1" latinLnBrk="0" hangingPunct="1">
        <a:defRPr sz="1800" kern="1200">
          <a:solidFill>
            <a:schemeClr val="tx1"/>
          </a:solidFill>
          <a:latin typeface="+mn-lt"/>
          <a:ea typeface="+mn-ea"/>
          <a:cs typeface="+mn-cs"/>
        </a:defRPr>
      </a:lvl7pPr>
      <a:lvl8pPr marL="3200400" algn="l" defTabSz="457200" rtl="0" eaLnBrk="1" latinLnBrk="0" hangingPunct="1">
        <a:defRPr sz="1800" kern="1200">
          <a:solidFill>
            <a:schemeClr val="tx1"/>
          </a:solidFill>
          <a:latin typeface="+mn-lt"/>
          <a:ea typeface="+mn-ea"/>
          <a:cs typeface="+mn-cs"/>
        </a:defRPr>
      </a:lvl8pPr>
      <a:lvl9pPr marL="3657600" algn="l" defTabSz="457200" rtl="0" eaLnBrk="1" latinLnBrk="0" hangingPunct="1">
        <a:defRPr sz="1800" kern="1200">
          <a:solidFill>
            <a:schemeClr val="tx1"/>
          </a:solidFill>
          <a:latin typeface="+mn-lt"/>
          <a:ea typeface="+mn-ea"/>
          <a:cs typeface="+mn-cs"/>
        </a:defRPr>
      </a:lvl9pPr>
    </p:otherStyle>
  </p:txStyles>
</p:sldMaster>
</file>

<file path=ppt/slides/_rels/slide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7.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png"/></Relationships>
</file>

<file path=ppt/slides/_rels/slide10.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2.png"/></Relationships>
</file>

<file path=ppt/slides/_rels/slide11.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3.png"/></Relationships>
</file>

<file path=ppt/slides/_rels/slide12.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3.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4.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5.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6.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7.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4.png"/><Relationship Id="rId3" Type="http://schemas.openxmlformats.org/officeDocument/2006/relationships/image" Target="../media/image5.png"/><Relationship Id="rId4" Type="http://schemas.openxmlformats.org/officeDocument/2006/relationships/image" Target="../media/image6.png"/><Relationship Id="rId5" Type="http://schemas.openxmlformats.org/officeDocument/2006/relationships/image" Target="../media/image7.png"/><Relationship Id="rId6" Type="http://schemas.openxmlformats.org/officeDocument/2006/relationships/image" Target="../media/image8.png"/><Relationship Id="rId7" Type="http://schemas.openxmlformats.org/officeDocument/2006/relationships/image" Target="../media/image9.png"/></Relationships>
</file>

<file path=ppt/slides/_rels/slide18.xml.rels><?xml version='1.0' encoding='UTF-8' standalone='yes'?>
<Relationships xmlns="http://schemas.openxmlformats.org/package/2006/relationships"><Relationship Id="rId1" Type="http://schemas.openxmlformats.org/officeDocument/2006/relationships/slideLayout" Target="../slideLayouts/slideLayout7.xml"/></Relationships>
</file>

<file path=ppt/slides/_rels/slide19.xml.rels><?xml version='1.0' encoding='UTF-8' standalone='yes'?>
<Relationships xmlns="http://schemas.openxmlformats.org/package/2006/relationships"><Relationship Id="rId1" Type="http://schemas.openxmlformats.org/officeDocument/2006/relationships/slideLayout" Target="../slideLayouts/slideLayout7.xml"/><Relationship Id="rId2" Type="http://schemas.openxmlformats.org/officeDocument/2006/relationships/image" Target="../media/image10.png"/><Relationship Id="rId3" Type="http://schemas.openxmlformats.org/officeDocument/2006/relationships/image" Target="../media/image11.png"/><Relationship Id="rId4" Type="http://schemas.openxmlformats.org/officeDocument/2006/relationships/image" Target="../media/image12.png"/><Relationship Id="rId5" Type="http://schemas.openxmlformats.org/officeDocument/2006/relationships/image" Target="../media/image13.png"/><Relationship Id="rId6" Type="http://schemas.openxmlformats.org/officeDocument/2006/relationships/image" Target="../media/image14.png"/><Relationship Id="rId7" Type="http://schemas.openxmlformats.org/officeDocument/2006/relationships/image" Target="../media/image15.png"/></Relationships>
</file>

<file path=ppt/slides/slide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marqait_logo_1_20250901_165247_2a2cc7bd.png"/>
          <p:cNvPicPr>
            <a:picLocks noChangeAspect="1"/>
          </p:cNvPicPr>
          <p:nvPr/>
        </p:nvPicPr>
        <p:blipFill>
          <a:blip r:embed="rId2"/>
          <a:stretch>
            <a:fillRect/>
          </a:stretch>
        </p:blipFill>
        <p:spPr>
          <a:xfrm>
            <a:off x="0" y="0"/>
            <a:ext cx="9144000" cy="6858000"/>
          </a:xfrm>
          <a:prstGeom prst="rect">
            <a:avLst/>
          </a:prstGeom>
        </p:spPr>
      </p:pic>
      <p:cxnSp>
        <p:nvCxnSpPr>
          <p:cNvPr id="3" name="Connector 2"/>
          <p:cNvCxnSpPr/>
          <p:nvPr/>
        </p:nvCxnSpPr>
        <p:spPr>
          <a:xfrm>
            <a:off x="6629400.0" y="5657850.0"/>
            <a:ext cx="2057400.0" cy="0.0"/>
          </a:xfrm>
          <a:prstGeom prst="line">
            <a:avLst/>
          </a:prstGeom>
          <a:ln>
            <a:solidFill>
              <a:srgbClr val="6B7280"/>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6629400" y="5657850"/>
            <a:ext cx="2057400" cy="1485900"/>
          </a:xfrm>
          <a:prstGeom prst="rect">
            <a:avLst/>
          </a:prstGeom>
          <a:noFill/>
        </p:spPr>
        <p:txBody>
          <a:bodyPr wrap="none" anchor="ctr">
            <a:spAutoFit/>
          </a:bodyPr>
          <a:lstStyle/>
          <a:p>
            <a:pPr algn="ctr">
              <a:defRPr sz="1800" b="0">
                <a:solidFill>
                  <a:srgbClr val="6B7280"/>
                </a:solidFill>
                <a:latin typeface="Source Sans Pro"/>
              </a:defRPr>
            </a:pPr>
            <a:r>
              <a:t>Brand Identity System</a:t>
            </a:r>
          </a:p>
        </p:txBody>
      </p:sp>
    </p:spTree>
  </p:cSld>
  <p:clrMapOvr>
    <a:masterClrMapping/>
  </p:clrMapOvr>
</p:sld>
</file>

<file path=ppt/slides/slide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457200" y="457200"/>
            <a:ext cx="2743200" cy="731520"/>
          </a:xfrm>
          <a:prstGeom prst="rect">
            <a:avLst/>
          </a:prstGeom>
          <a:noFill/>
        </p:spPr>
        <p:txBody>
          <a:bodyPr wrap="none">
            <a:spAutoFit/>
          </a:bodyPr>
          <a:lstStyle/>
          <a:p>
            <a:pPr>
              <a:defRPr sz="2800" b="1">
                <a:solidFill>
                  <a:srgbClr val="3F3D8E"/>
                </a:solidFill>
                <a:latin typeface="Inter"/>
              </a:defRPr>
            </a:pPr>
            <a:r>
              <a:t>INDEX</a:t>
            </a:r>
          </a:p>
        </p:txBody>
      </p:sp>
      <p:cxnSp>
        <p:nvCxnSpPr>
          <p:cNvPr id="3" name="Connector 2"/>
          <p:cNvCxnSpPr/>
          <p:nvPr/>
        </p:nvCxnSpPr>
        <p:spPr>
          <a:xfrm>
            <a:off x="457200" y="1097280"/>
            <a:ext cx="8229600" cy="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Introduction</a:t>
            </a:r>
          </a:p>
        </p:txBody>
      </p:sp>
      <p:cxnSp>
        <p:nvCxnSpPr>
          <p:cNvPr id="5" name="Connector 4"/>
          <p:cNvCxnSpPr/>
          <p:nvPr/>
        </p:nvCxnSpPr>
        <p:spPr>
          <a:xfrm>
            <a:off x="2331719" y="166420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6" name="TextBox 5"/>
          <p:cNvSpPr txBox="1"/>
          <p:nvPr/>
        </p:nvSpPr>
        <p:spPr>
          <a:xfrm>
            <a:off x="2743200" y="1554480"/>
            <a:ext cx="274320" cy="274320"/>
          </a:xfrm>
          <a:prstGeom prst="rect">
            <a:avLst/>
          </a:prstGeom>
          <a:noFill/>
        </p:spPr>
        <p:txBody>
          <a:bodyPr wrap="none" lIns="0" tIns="0" bIns="0">
            <a:spAutoFit/>
          </a:bodyPr>
          <a:lstStyle/>
          <a:p>
            <a:pPr>
              <a:defRPr sz="1200" b="1">
                <a:solidFill>
                  <a:srgbClr val="3F3D8E"/>
                </a:solidFill>
                <a:latin typeface="Source Sans Pro"/>
              </a:defRPr>
            </a:pPr>
            <a:r>
              <a:t>01</a:t>
            </a:r>
          </a:p>
        </p:txBody>
      </p:sp>
      <p:sp>
        <p:nvSpPr>
          <p:cNvPr id="7" name="TextBox 6"/>
          <p:cNvSpPr txBox="1"/>
          <p:nvPr/>
        </p:nvSpPr>
        <p:spPr>
          <a:xfrm>
            <a:off x="45720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(Vision)</a:t>
            </a:r>
          </a:p>
        </p:txBody>
      </p:sp>
      <p:cxnSp>
        <p:nvCxnSpPr>
          <p:cNvPr id="8" name="Connector 7"/>
          <p:cNvCxnSpPr/>
          <p:nvPr/>
        </p:nvCxnSpPr>
        <p:spPr>
          <a:xfrm>
            <a:off x="2331719" y="216712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9" name="TextBox 8"/>
          <p:cNvSpPr txBox="1"/>
          <p:nvPr/>
        </p:nvSpPr>
        <p:spPr>
          <a:xfrm>
            <a:off x="2743200" y="2057400"/>
            <a:ext cx="274320" cy="274320"/>
          </a:xfrm>
          <a:prstGeom prst="rect">
            <a:avLst/>
          </a:prstGeom>
          <a:noFill/>
        </p:spPr>
        <p:txBody>
          <a:bodyPr wrap="none" lIns="0" tIns="0" bIns="0">
            <a:spAutoFit/>
          </a:bodyPr>
          <a:lstStyle/>
          <a:p>
            <a:pPr>
              <a:defRPr sz="1200" b="1">
                <a:solidFill>
                  <a:srgbClr val="3F3D8E"/>
                </a:solidFill>
                <a:latin typeface="Source Sans Pro"/>
              </a:defRPr>
            </a:pPr>
            <a:r>
              <a:t>02</a:t>
            </a:r>
          </a:p>
        </p:txBody>
      </p:sp>
      <p:sp>
        <p:nvSpPr>
          <p:cNvPr id="10" name="TextBox 9"/>
          <p:cNvSpPr txBox="1"/>
          <p:nvPr/>
        </p:nvSpPr>
        <p:spPr>
          <a:xfrm>
            <a:off x="45720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(Mission)</a:t>
            </a:r>
          </a:p>
        </p:txBody>
      </p:sp>
      <p:cxnSp>
        <p:nvCxnSpPr>
          <p:cNvPr id="11" name="Connector 10"/>
          <p:cNvCxnSpPr/>
          <p:nvPr/>
        </p:nvCxnSpPr>
        <p:spPr>
          <a:xfrm>
            <a:off x="2331719" y="267004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12" name="TextBox 11"/>
          <p:cNvSpPr txBox="1"/>
          <p:nvPr/>
        </p:nvSpPr>
        <p:spPr>
          <a:xfrm>
            <a:off x="2743200" y="2560320"/>
            <a:ext cx="274320" cy="274320"/>
          </a:xfrm>
          <a:prstGeom prst="rect">
            <a:avLst/>
          </a:prstGeom>
          <a:noFill/>
        </p:spPr>
        <p:txBody>
          <a:bodyPr wrap="none" lIns="0" tIns="0" bIns="0">
            <a:spAutoFit/>
          </a:bodyPr>
          <a:lstStyle/>
          <a:p>
            <a:pPr>
              <a:defRPr sz="1200" b="1">
                <a:solidFill>
                  <a:srgbClr val="3F3D8E"/>
                </a:solidFill>
                <a:latin typeface="Source Sans Pro"/>
              </a:defRPr>
            </a:pPr>
            <a:r>
              <a:t>03</a:t>
            </a:r>
          </a:p>
        </p:txBody>
      </p:sp>
      <p:sp>
        <p:nvSpPr>
          <p:cNvPr id="13" name="TextBox 12"/>
          <p:cNvSpPr txBox="1"/>
          <p:nvPr/>
        </p:nvSpPr>
        <p:spPr>
          <a:xfrm>
            <a:off x="347472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Purpose (Values)</a:t>
            </a:r>
          </a:p>
        </p:txBody>
      </p:sp>
      <p:cxnSp>
        <p:nvCxnSpPr>
          <p:cNvPr id="14" name="Connector 13"/>
          <p:cNvCxnSpPr/>
          <p:nvPr/>
        </p:nvCxnSpPr>
        <p:spPr>
          <a:xfrm>
            <a:off x="5349239" y="166420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15" name="TextBox 14"/>
          <p:cNvSpPr txBox="1"/>
          <p:nvPr/>
        </p:nvSpPr>
        <p:spPr>
          <a:xfrm>
            <a:off x="5760720" y="1554480"/>
            <a:ext cx="274320" cy="274320"/>
          </a:xfrm>
          <a:prstGeom prst="rect">
            <a:avLst/>
          </a:prstGeom>
          <a:noFill/>
        </p:spPr>
        <p:txBody>
          <a:bodyPr wrap="none" lIns="0" tIns="0" bIns="0">
            <a:spAutoFit/>
          </a:bodyPr>
          <a:lstStyle/>
          <a:p>
            <a:pPr>
              <a:defRPr sz="1200" b="1">
                <a:solidFill>
                  <a:srgbClr val="3F3D8E"/>
                </a:solidFill>
                <a:latin typeface="Source Sans Pro"/>
              </a:defRPr>
            </a:pPr>
            <a:r>
              <a:t>04</a:t>
            </a:r>
          </a:p>
        </p:txBody>
      </p:sp>
      <p:sp>
        <p:nvSpPr>
          <p:cNvPr id="16" name="TextBox 15"/>
          <p:cNvSpPr txBox="1"/>
          <p:nvPr/>
        </p:nvSpPr>
        <p:spPr>
          <a:xfrm>
            <a:off x="3474720" y="205740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Story</a:t>
            </a:r>
          </a:p>
        </p:txBody>
      </p:sp>
      <p:cxnSp>
        <p:nvCxnSpPr>
          <p:cNvPr id="17" name="Connector 16"/>
          <p:cNvCxnSpPr/>
          <p:nvPr/>
        </p:nvCxnSpPr>
        <p:spPr>
          <a:xfrm>
            <a:off x="5349239" y="216712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18" name="TextBox 17"/>
          <p:cNvSpPr txBox="1"/>
          <p:nvPr/>
        </p:nvSpPr>
        <p:spPr>
          <a:xfrm>
            <a:off x="5760720" y="2057400"/>
            <a:ext cx="274320" cy="274320"/>
          </a:xfrm>
          <a:prstGeom prst="rect">
            <a:avLst/>
          </a:prstGeom>
          <a:noFill/>
        </p:spPr>
        <p:txBody>
          <a:bodyPr wrap="none" lIns="0" tIns="0" bIns="0">
            <a:spAutoFit/>
          </a:bodyPr>
          <a:lstStyle/>
          <a:p>
            <a:pPr>
              <a:defRPr sz="1200" b="1">
                <a:solidFill>
                  <a:srgbClr val="3F3D8E"/>
                </a:solidFill>
                <a:latin typeface="Source Sans Pro"/>
              </a:defRPr>
            </a:pPr>
            <a:r>
              <a:t>05</a:t>
            </a:r>
          </a:p>
        </p:txBody>
      </p:sp>
      <p:sp>
        <p:nvSpPr>
          <p:cNvPr id="19" name="TextBox 18"/>
          <p:cNvSpPr txBox="1"/>
          <p:nvPr/>
        </p:nvSpPr>
        <p:spPr>
          <a:xfrm>
            <a:off x="3474720" y="2560320"/>
            <a:ext cx="1828800" cy="274320"/>
          </a:xfrm>
          <a:prstGeom prst="rect">
            <a:avLst/>
          </a:prstGeom>
          <a:noFill/>
        </p:spPr>
        <p:txBody>
          <a:bodyPr wrap="none" lIns="0" rIns="0" tIns="0" bIns="0">
            <a:spAutoFit/>
          </a:bodyPr>
          <a:lstStyle/>
          <a:p>
            <a:pPr>
              <a:defRPr sz="1200" b="1">
                <a:solidFill>
                  <a:srgbClr val="FFFFFF"/>
                </a:solidFill>
                <a:latin typeface="Source Sans Pro"/>
              </a:defRPr>
            </a:pPr>
            <a:r>
              <a:t>Logo Variations</a:t>
            </a:r>
          </a:p>
        </p:txBody>
      </p:sp>
      <p:cxnSp>
        <p:nvCxnSpPr>
          <p:cNvPr id="20" name="Connector 19"/>
          <p:cNvCxnSpPr/>
          <p:nvPr/>
        </p:nvCxnSpPr>
        <p:spPr>
          <a:xfrm>
            <a:off x="5349239" y="267004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21" name="TextBox 20"/>
          <p:cNvSpPr txBox="1"/>
          <p:nvPr/>
        </p:nvSpPr>
        <p:spPr>
          <a:xfrm>
            <a:off x="5760720" y="2560320"/>
            <a:ext cx="274320" cy="274320"/>
          </a:xfrm>
          <a:prstGeom prst="rect">
            <a:avLst/>
          </a:prstGeom>
          <a:noFill/>
        </p:spPr>
        <p:txBody>
          <a:bodyPr wrap="none" lIns="0" tIns="0" bIns="0">
            <a:spAutoFit/>
          </a:bodyPr>
          <a:lstStyle/>
          <a:p>
            <a:pPr>
              <a:defRPr sz="1200" b="1">
                <a:solidFill>
                  <a:srgbClr val="3F3D8E"/>
                </a:solidFill>
                <a:latin typeface="Source Sans Pro"/>
              </a:defRPr>
            </a:pPr>
            <a:r>
              <a:t>06</a:t>
            </a:r>
          </a:p>
        </p:txBody>
      </p:sp>
      <p:sp>
        <p:nvSpPr>
          <p:cNvPr id="22" name="TextBox 21"/>
          <p:cNvSpPr txBox="1"/>
          <p:nvPr/>
        </p:nvSpPr>
        <p:spPr>
          <a:xfrm>
            <a:off x="3657600" y="29260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1</a:t>
            </a:r>
          </a:p>
        </p:txBody>
      </p:sp>
      <p:sp>
        <p:nvSpPr>
          <p:cNvPr id="23" name="TextBox 22"/>
          <p:cNvSpPr txBox="1"/>
          <p:nvPr/>
        </p:nvSpPr>
        <p:spPr>
          <a:xfrm>
            <a:off x="3657600" y="31546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2</a:t>
            </a:r>
          </a:p>
        </p:txBody>
      </p:sp>
      <p:sp>
        <p:nvSpPr>
          <p:cNvPr id="24" name="TextBox 23"/>
          <p:cNvSpPr txBox="1"/>
          <p:nvPr/>
        </p:nvSpPr>
        <p:spPr>
          <a:xfrm>
            <a:off x="3657600" y="3383279"/>
            <a:ext cx="1828800" cy="228600"/>
          </a:xfrm>
          <a:prstGeom prst="rect">
            <a:avLst/>
          </a:prstGeom>
          <a:noFill/>
        </p:spPr>
        <p:txBody>
          <a:bodyPr wrap="none" lIns="0" tIns="0" bIns="0">
            <a:spAutoFit/>
          </a:bodyPr>
          <a:lstStyle/>
          <a:p>
            <a:pPr>
              <a:defRPr sz="900" b="0">
                <a:solidFill>
                  <a:srgbClr val="CCCCCC"/>
                </a:solidFill>
                <a:latin typeface="Source Sans Pro"/>
              </a:defRPr>
            </a:pPr>
            <a:r>
              <a:t>Variation 3</a:t>
            </a:r>
          </a:p>
        </p:txBody>
      </p:sp>
      <p:sp>
        <p:nvSpPr>
          <p:cNvPr id="25" name="TextBox 24"/>
          <p:cNvSpPr txBox="1"/>
          <p:nvPr/>
        </p:nvSpPr>
        <p:spPr>
          <a:xfrm>
            <a:off x="6492240" y="1554480"/>
            <a:ext cx="1828800" cy="274320"/>
          </a:xfrm>
          <a:prstGeom prst="rect">
            <a:avLst/>
          </a:prstGeom>
          <a:noFill/>
        </p:spPr>
        <p:txBody>
          <a:bodyPr wrap="none" lIns="0" rIns="0" tIns="0" bIns="0">
            <a:spAutoFit/>
          </a:bodyPr>
          <a:lstStyle/>
          <a:p>
            <a:pPr>
              <a:defRPr sz="1200" b="1">
                <a:solidFill>
                  <a:srgbClr val="FFFFFF"/>
                </a:solidFill>
                <a:latin typeface="Source Sans Pro"/>
              </a:defRPr>
            </a:pPr>
            <a:r>
              <a:t>Brand Colors</a:t>
            </a:r>
          </a:p>
        </p:txBody>
      </p:sp>
      <p:cxnSp>
        <p:nvCxnSpPr>
          <p:cNvPr id="26" name="Connector 25"/>
          <p:cNvCxnSpPr/>
          <p:nvPr/>
        </p:nvCxnSpPr>
        <p:spPr>
          <a:xfrm>
            <a:off x="8366759" y="166420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27" name="TextBox 26"/>
          <p:cNvSpPr txBox="1"/>
          <p:nvPr/>
        </p:nvSpPr>
        <p:spPr>
          <a:xfrm>
            <a:off x="8778240" y="1554480"/>
            <a:ext cx="274320" cy="274320"/>
          </a:xfrm>
          <a:prstGeom prst="rect">
            <a:avLst/>
          </a:prstGeom>
          <a:noFill/>
        </p:spPr>
        <p:txBody>
          <a:bodyPr wrap="none" lIns="0" tIns="0" bIns="0">
            <a:spAutoFit/>
          </a:bodyPr>
          <a:lstStyle/>
          <a:p>
            <a:pPr>
              <a:defRPr sz="1200" b="1">
                <a:solidFill>
                  <a:srgbClr val="3F3D8E"/>
                </a:solidFill>
                <a:latin typeface="Source Sans Pro"/>
              </a:defRPr>
            </a:pPr>
            <a:r>
              <a:t>07</a:t>
            </a:r>
          </a:p>
        </p:txBody>
      </p:sp>
      <p:sp>
        <p:nvSpPr>
          <p:cNvPr id="28" name="TextBox 27"/>
          <p:cNvSpPr txBox="1"/>
          <p:nvPr/>
        </p:nvSpPr>
        <p:spPr>
          <a:xfrm>
            <a:off x="6675120" y="1920240"/>
            <a:ext cx="1828800" cy="228600"/>
          </a:xfrm>
          <a:prstGeom prst="rect">
            <a:avLst/>
          </a:prstGeom>
          <a:noFill/>
        </p:spPr>
        <p:txBody>
          <a:bodyPr wrap="none" lIns="0" tIns="0" bIns="0">
            <a:spAutoFit/>
          </a:bodyPr>
          <a:lstStyle/>
          <a:p>
            <a:pPr>
              <a:defRPr sz="900" b="0">
                <a:solidFill>
                  <a:srgbClr val="CCCCCC"/>
                </a:solidFill>
                <a:latin typeface="Source Sans Pro"/>
              </a:defRPr>
            </a:pPr>
            <a:r>
              <a:t>Primary Colors</a:t>
            </a:r>
          </a:p>
        </p:txBody>
      </p:sp>
      <p:sp>
        <p:nvSpPr>
          <p:cNvPr id="29" name="TextBox 28"/>
          <p:cNvSpPr txBox="1"/>
          <p:nvPr/>
        </p:nvSpPr>
        <p:spPr>
          <a:xfrm>
            <a:off x="6675120" y="2148840"/>
            <a:ext cx="1828800" cy="228600"/>
          </a:xfrm>
          <a:prstGeom prst="rect">
            <a:avLst/>
          </a:prstGeom>
          <a:noFill/>
        </p:spPr>
        <p:txBody>
          <a:bodyPr wrap="none" lIns="0" tIns="0" bIns="0">
            <a:spAutoFit/>
          </a:bodyPr>
          <a:lstStyle/>
          <a:p>
            <a:pPr>
              <a:defRPr sz="900" b="0">
                <a:solidFill>
                  <a:srgbClr val="CCCCCC"/>
                </a:solidFill>
                <a:latin typeface="Source Sans Pro"/>
              </a:defRPr>
            </a:pPr>
            <a:r>
              <a:t>Secondary Colors</a:t>
            </a:r>
          </a:p>
        </p:txBody>
      </p:sp>
      <p:sp>
        <p:nvSpPr>
          <p:cNvPr id="30" name="TextBox 29"/>
          <p:cNvSpPr txBox="1"/>
          <p:nvPr/>
        </p:nvSpPr>
        <p:spPr>
          <a:xfrm>
            <a:off x="6675120" y="23774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1/2</a:t>
            </a:r>
          </a:p>
        </p:txBody>
      </p:sp>
      <p:sp>
        <p:nvSpPr>
          <p:cNvPr id="31" name="TextBox 30"/>
          <p:cNvSpPr txBox="1"/>
          <p:nvPr/>
        </p:nvSpPr>
        <p:spPr>
          <a:xfrm>
            <a:off x="6675120" y="2606040"/>
            <a:ext cx="1828800" cy="228600"/>
          </a:xfrm>
          <a:prstGeom prst="rect">
            <a:avLst/>
          </a:prstGeom>
          <a:noFill/>
        </p:spPr>
        <p:txBody>
          <a:bodyPr wrap="none" lIns="0" tIns="0" bIns="0">
            <a:spAutoFit/>
          </a:bodyPr>
          <a:lstStyle/>
          <a:p>
            <a:pPr>
              <a:defRPr sz="900" b="0">
                <a:solidFill>
                  <a:srgbClr val="CCCCCC"/>
                </a:solidFill>
                <a:latin typeface="Source Sans Pro"/>
              </a:defRPr>
            </a:pPr>
            <a:r>
              <a:t>Color Usage 2/2</a:t>
            </a:r>
          </a:p>
        </p:txBody>
      </p:sp>
      <p:sp>
        <p:nvSpPr>
          <p:cNvPr id="32" name="TextBox 31"/>
          <p:cNvSpPr txBox="1"/>
          <p:nvPr/>
        </p:nvSpPr>
        <p:spPr>
          <a:xfrm>
            <a:off x="6492240" y="2971800"/>
            <a:ext cx="1828800" cy="274320"/>
          </a:xfrm>
          <a:prstGeom prst="rect">
            <a:avLst/>
          </a:prstGeom>
          <a:noFill/>
        </p:spPr>
        <p:txBody>
          <a:bodyPr wrap="none" lIns="0" rIns="0" tIns="0" bIns="0">
            <a:spAutoFit/>
          </a:bodyPr>
          <a:lstStyle/>
          <a:p>
            <a:pPr>
              <a:defRPr sz="1200" b="1">
                <a:solidFill>
                  <a:srgbClr val="FFFFFF"/>
                </a:solidFill>
                <a:latin typeface="Source Sans Pro"/>
              </a:defRPr>
            </a:pPr>
            <a:r>
              <a:t>Typography</a:t>
            </a:r>
          </a:p>
        </p:txBody>
      </p:sp>
      <p:cxnSp>
        <p:nvCxnSpPr>
          <p:cNvPr id="33" name="Connector 32"/>
          <p:cNvCxnSpPr/>
          <p:nvPr/>
        </p:nvCxnSpPr>
        <p:spPr>
          <a:xfrm>
            <a:off x="8366759" y="308152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34" name="TextBox 33"/>
          <p:cNvSpPr txBox="1"/>
          <p:nvPr/>
        </p:nvSpPr>
        <p:spPr>
          <a:xfrm>
            <a:off x="8778240" y="2971800"/>
            <a:ext cx="274320" cy="274320"/>
          </a:xfrm>
          <a:prstGeom prst="rect">
            <a:avLst/>
          </a:prstGeom>
          <a:noFill/>
        </p:spPr>
        <p:txBody>
          <a:bodyPr wrap="none" lIns="0" tIns="0" bIns="0">
            <a:spAutoFit/>
          </a:bodyPr>
          <a:lstStyle/>
          <a:p>
            <a:pPr>
              <a:defRPr sz="1200" b="1">
                <a:solidFill>
                  <a:srgbClr val="3F3D8E"/>
                </a:solidFill>
                <a:latin typeface="Source Sans Pro"/>
              </a:defRPr>
            </a:pPr>
            <a:r>
              <a:t>08</a:t>
            </a:r>
          </a:p>
        </p:txBody>
      </p:sp>
      <p:sp>
        <p:nvSpPr>
          <p:cNvPr id="35" name="TextBox 34"/>
          <p:cNvSpPr txBox="1"/>
          <p:nvPr/>
        </p:nvSpPr>
        <p:spPr>
          <a:xfrm>
            <a:off x="6675120" y="3337560"/>
            <a:ext cx="1828800" cy="228600"/>
          </a:xfrm>
          <a:prstGeom prst="rect">
            <a:avLst/>
          </a:prstGeom>
          <a:noFill/>
        </p:spPr>
        <p:txBody>
          <a:bodyPr wrap="none" lIns="0" tIns="0" bIns="0">
            <a:spAutoFit/>
          </a:bodyPr>
          <a:lstStyle/>
          <a:p>
            <a:pPr>
              <a:defRPr sz="900" b="0">
                <a:solidFill>
                  <a:srgbClr val="CCCCCC"/>
                </a:solidFill>
                <a:latin typeface="Source Sans Pro"/>
              </a:defRPr>
            </a:pPr>
            <a:r>
              <a:t>Brand Font</a:t>
            </a:r>
          </a:p>
        </p:txBody>
      </p:sp>
      <p:sp>
        <p:nvSpPr>
          <p:cNvPr id="36" name="TextBox 35"/>
          <p:cNvSpPr txBox="1"/>
          <p:nvPr/>
        </p:nvSpPr>
        <p:spPr>
          <a:xfrm>
            <a:off x="6675120" y="3566160"/>
            <a:ext cx="1828800" cy="228600"/>
          </a:xfrm>
          <a:prstGeom prst="rect">
            <a:avLst/>
          </a:prstGeom>
          <a:noFill/>
        </p:spPr>
        <p:txBody>
          <a:bodyPr wrap="none" lIns="0" tIns="0" bIns="0">
            <a:spAutoFit/>
          </a:bodyPr>
          <a:lstStyle/>
          <a:p>
            <a:pPr>
              <a:defRPr sz="900" b="0">
                <a:solidFill>
                  <a:srgbClr val="CCCCCC"/>
                </a:solidFill>
                <a:latin typeface="Source Sans Pro"/>
              </a:defRPr>
            </a:pPr>
            <a:r>
              <a:t>Font Usage</a:t>
            </a:r>
          </a:p>
        </p:txBody>
      </p:sp>
      <p:sp>
        <p:nvSpPr>
          <p:cNvPr id="37" name="TextBox 36"/>
          <p:cNvSpPr txBox="1"/>
          <p:nvPr/>
        </p:nvSpPr>
        <p:spPr>
          <a:xfrm>
            <a:off x="6675120" y="3794760"/>
            <a:ext cx="1828800" cy="228600"/>
          </a:xfrm>
          <a:prstGeom prst="rect">
            <a:avLst/>
          </a:prstGeom>
          <a:noFill/>
        </p:spPr>
        <p:txBody>
          <a:bodyPr wrap="none" lIns="0" tIns="0" bIns="0">
            <a:spAutoFit/>
          </a:bodyPr>
          <a:lstStyle/>
          <a:p>
            <a:pPr>
              <a:defRPr sz="900" b="0">
                <a:solidFill>
                  <a:srgbClr val="CCCCCC"/>
                </a:solidFill>
                <a:latin typeface="Source Sans Pro"/>
              </a:defRPr>
            </a:pPr>
            <a:r>
              <a:t>Text Hierarchy</a:t>
            </a:r>
          </a:p>
        </p:txBody>
      </p:sp>
      <p:sp>
        <p:nvSpPr>
          <p:cNvPr id="38" name="TextBox 37"/>
          <p:cNvSpPr txBox="1"/>
          <p:nvPr/>
        </p:nvSpPr>
        <p:spPr>
          <a:xfrm>
            <a:off x="6492240" y="4160520"/>
            <a:ext cx="1828800" cy="274320"/>
          </a:xfrm>
          <a:prstGeom prst="rect">
            <a:avLst/>
          </a:prstGeom>
          <a:noFill/>
        </p:spPr>
        <p:txBody>
          <a:bodyPr wrap="none" lIns="0" rIns="0" tIns="0" bIns="0">
            <a:spAutoFit/>
          </a:bodyPr>
          <a:lstStyle/>
          <a:p>
            <a:pPr>
              <a:defRPr sz="1200" b="1">
                <a:solidFill>
                  <a:srgbClr val="FFFFFF"/>
                </a:solidFill>
                <a:latin typeface="Source Sans Pro"/>
              </a:defRPr>
            </a:pPr>
            <a:r>
              <a:t>Imagery &amp; Visuals</a:t>
            </a:r>
          </a:p>
        </p:txBody>
      </p:sp>
      <p:cxnSp>
        <p:nvCxnSpPr>
          <p:cNvPr id="39" name="Connector 38"/>
          <p:cNvCxnSpPr/>
          <p:nvPr/>
        </p:nvCxnSpPr>
        <p:spPr>
          <a:xfrm>
            <a:off x="8366759" y="4270248"/>
            <a:ext cx="365760" cy="0"/>
          </a:xfrm>
          <a:prstGeom prst="line">
            <a:avLst/>
          </a:prstGeom>
          <a:ln w="19050">
            <a:solidFill>
              <a:srgbClr val="3F3D8E"/>
            </a:solidFill>
          </a:ln>
        </p:spPr>
        <p:style>
          <a:lnRef idx="2">
            <a:schemeClr val="accent1"/>
          </a:lnRef>
          <a:fillRef idx="0">
            <a:schemeClr val="accent1"/>
          </a:fillRef>
          <a:effectRef idx="1">
            <a:schemeClr val="accent1"/>
          </a:effectRef>
          <a:fontRef idx="minor">
            <a:schemeClr val="tx1"/>
          </a:fontRef>
        </p:style>
      </p:cxnSp>
      <p:sp>
        <p:nvSpPr>
          <p:cNvPr id="40" name="TextBox 39"/>
          <p:cNvSpPr txBox="1"/>
          <p:nvPr/>
        </p:nvSpPr>
        <p:spPr>
          <a:xfrm>
            <a:off x="8778240" y="4160520"/>
            <a:ext cx="274320" cy="274320"/>
          </a:xfrm>
          <a:prstGeom prst="rect">
            <a:avLst/>
          </a:prstGeom>
          <a:noFill/>
        </p:spPr>
        <p:txBody>
          <a:bodyPr wrap="none" lIns="0" tIns="0" bIns="0">
            <a:spAutoFit/>
          </a:bodyPr>
          <a:lstStyle/>
          <a:p>
            <a:pPr>
              <a:defRPr sz="1200" b="1">
                <a:solidFill>
                  <a:srgbClr val="3F3D8E"/>
                </a:solidFill>
                <a:latin typeface="Source Sans Pro"/>
              </a:defRPr>
            </a:pPr>
            <a:r>
              <a:t>09</a:t>
            </a:r>
          </a:p>
        </p:txBody>
      </p:sp>
      <p:sp>
        <p:nvSpPr>
          <p:cNvPr id="41" name="TextBox 40"/>
          <p:cNvSpPr txBox="1"/>
          <p:nvPr/>
        </p:nvSpPr>
        <p:spPr>
          <a:xfrm>
            <a:off x="6675120" y="4526280"/>
            <a:ext cx="1828800" cy="228600"/>
          </a:xfrm>
          <a:prstGeom prst="rect">
            <a:avLst/>
          </a:prstGeom>
          <a:noFill/>
        </p:spPr>
        <p:txBody>
          <a:bodyPr wrap="none" lIns="0" tIns="0" bIns="0">
            <a:spAutoFit/>
          </a:bodyPr>
          <a:lstStyle/>
          <a:p>
            <a:pPr>
              <a:defRPr sz="900" b="0">
                <a:solidFill>
                  <a:srgbClr val="CCCCCC"/>
                </a:solidFill>
                <a:latin typeface="Source Sans Pro"/>
              </a:defRPr>
            </a:pPr>
            <a:r>
              <a:t>Iconography</a:t>
            </a:r>
          </a:p>
        </p:txBody>
      </p:sp>
      <p:sp>
        <p:nvSpPr>
          <p:cNvPr id="42" name="TextBox 41"/>
          <p:cNvSpPr txBox="1"/>
          <p:nvPr/>
        </p:nvSpPr>
        <p:spPr>
          <a:xfrm>
            <a:off x="6675120" y="4754880"/>
            <a:ext cx="1828800" cy="228600"/>
          </a:xfrm>
          <a:prstGeom prst="rect">
            <a:avLst/>
          </a:prstGeom>
          <a:noFill/>
        </p:spPr>
        <p:txBody>
          <a:bodyPr wrap="none" lIns="0" tIns="0" bIns="0">
            <a:spAutoFit/>
          </a:bodyPr>
          <a:lstStyle/>
          <a:p>
            <a:pPr>
              <a:defRPr sz="900" b="0">
                <a:solidFill>
                  <a:srgbClr val="CCCCCC"/>
                </a:solidFill>
                <a:latin typeface="Source Sans Pro"/>
              </a:defRPr>
            </a:pPr>
            <a:r>
              <a:t>Illustrations</a:t>
            </a:r>
          </a:p>
        </p:txBody>
      </p:sp>
      <p:sp>
        <p:nvSpPr>
          <p:cNvPr id="43" name="TextBox 42"/>
          <p:cNvSpPr txBox="1"/>
          <p:nvPr/>
        </p:nvSpPr>
        <p:spPr>
          <a:xfrm>
            <a:off x="6675120" y="4983480"/>
            <a:ext cx="1828800" cy="228600"/>
          </a:xfrm>
          <a:prstGeom prst="rect">
            <a:avLst/>
          </a:prstGeom>
          <a:noFill/>
        </p:spPr>
        <p:txBody>
          <a:bodyPr wrap="none" lIns="0" tIns="0" bIns="0">
            <a:spAutoFit/>
          </a:bodyPr>
          <a:lstStyle/>
          <a:p>
            <a:pPr>
              <a:defRPr sz="900" b="0">
                <a:solidFill>
                  <a:srgbClr val="CCCCCC"/>
                </a:solidFill>
                <a:latin typeface="Source Sans Pro"/>
              </a:defRPr>
            </a:pPr>
            <a:r>
              <a:t>Merchandise</a:t>
            </a:r>
          </a:p>
        </p:txBody>
      </p:sp>
    </p:spTree>
  </p:cSld>
  <p:clrMapOvr>
    <a:masterClrMapping/>
  </p:clrMapOvr>
</p:sld>
</file>

<file path=ppt/slides/slide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Welcome to Marqait, where cutting-edge AI technology meets intuitive marketing automation to revolutionize how businesses connect with their audiences. Our comprehensive brand identity system delivers a globally consistent and instantly recognizable presence, anchored in our commitment to innovation, accessibility, and measurable results. As pioneers in marketing technology, we seamlessly blend advanced AI capabilities with human-centered design, empowering organizations to execute sophisticated marketing strategies with unprecedented ease. Every touchpoint reflects our distinctive approach, creating a unified brand experience that stands at the forefront of the marketing automation landscape.</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3F3D8E"/>
                </a:solidFill>
                <a:latin typeface="Inter"/>
              </a:defRPr>
            </a:pPr>
            <a:r>
              <a:t>INTRODUCTION</a:t>
            </a:r>
          </a:p>
        </p:txBody>
      </p:sp>
    </p:spTree>
  </p:cSld>
  <p:clrMapOvr>
    <a:masterClrMapping/>
  </p:clrMapOvr>
</p:sld>
</file>

<file path=ppt/slides/slide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Marqait envisions a future where AI transforms the landscape of marketing for startups, small-to-mid-sized businesses, marketing teams, entrepreneurs, and digital brands. We aspire to empower our clients through cutting-edge technology, driving them towards unparalleled success and growth in the dynamic digital realm.</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3F3D8E"/>
                </a:solidFill>
                <a:latin typeface="Inter"/>
              </a:defRPr>
            </a:pPr>
            <a:r>
              <a:t>BRAND PURPOSE (VISION)</a:t>
            </a:r>
          </a:p>
        </p:txBody>
      </p:sp>
    </p:spTree>
  </p:cSld>
  <p:clrMapOvr>
    <a:masterClrMapping/>
  </p:clrMapOvr>
</p:sld>
</file>

<file path=ppt/slides/slide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Marqait is dedicated to revolutionizing the marketing industry through our distinctive AI-Powered Marketing Automation Platform solutions. We provide innovative, user-centric tools that simplify complex marketing processes, enabling our clients to achieve their business objectives efficiently and effectively.</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3F3D8E"/>
                </a:solidFill>
                <a:latin typeface="Inter"/>
              </a:defRPr>
            </a:pPr>
            <a:r>
              <a:t>BRAND PURPOSE (MISSION)</a:t>
            </a:r>
          </a:p>
        </p:txBody>
      </p:sp>
    </p:spTree>
  </p:cSld>
  <p:clrMapOvr>
    <a:masterClrMapping/>
  </p:clrMapOvr>
</p:sld>
</file>

<file path=ppt/slides/slide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At Marqait, we embrace a culture rooted in innovation, where simplicity meets sophistication in our AI-driven strategies. We are committed to ensuring accessibility and empowerment for all our clients, fostering agility and delivering measurable results. Our core values of innovation, simplicity, AI-driven strategy, accessibility, empowerment, agility, and results drive our mission to redefine the future of marketing technology for startups, small-to-mid-sized businesses, marketing teams, entrepreneurs, and digital brands.</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3F3D8E"/>
                </a:solidFill>
                <a:latin typeface="Inter"/>
              </a:defRPr>
            </a:pPr>
            <a:r>
              <a:t>BRAND PURPOSE (VALUES)</a:t>
            </a:r>
          </a:p>
        </p:txBody>
      </p:sp>
    </p:spTree>
  </p:cSld>
  <p:clrMapOvr>
    <a:masterClrMapping/>
  </p:clrMapOvr>
</p:sld>
</file>

<file path=ppt/slides/slide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In the ever-evolving world of marketing, where competition is fierce and trends change in the blink of an eye, there stands a beacon of innovation and empowerment – Marqait. Born out of a passion for simplifying the complex world of marketing, Marqait is not just a company; it is a movement, a revolution in the making. Our story begins with a group of forward-thinking individuals who saw a gap in the market and decided to fill it with something truly extraordinary. At the heart of Marqait lies a commitment to innovation and simplicity.</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3F3D8E"/>
                </a:solidFill>
                <a:latin typeface="Inter"/>
              </a:defRPr>
            </a:pPr>
            <a:r>
              <a:t>BRAND STORY (1/2)</a:t>
            </a:r>
          </a:p>
        </p:txBody>
      </p:sp>
    </p:spTree>
  </p:cSld>
  <p:clrMapOvr>
    <a:masterClrMapping/>
  </p:clrMapOvr>
</p:sld>
</file>

<file path=ppt/slides/slide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We understand the challenges that startups, small-to-mid-sized businesses, marketing teams, entrepreneurs, and digital brands face in navigating the digital landscape. That's why we have created a cutting-edge AI-Powered Marketing Automation Platform that is not only accessible but also empowers our clients to achieve remarkable results. Our core values – innovation, simplicity, AI-driven strategy, accessibility, empowerment, agility, and results – are more than just words on a page; they are the guiding principles that drive everything we do. We believe in harnessing the power of artificial intelligence to transform the way marketing is done, making it more efficient, effective, and targeted than ever before. With Marqait by your...</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5486400" cy="731520"/>
          </a:xfrm>
          <a:prstGeom prst="rect">
            <a:avLst/>
          </a:prstGeom>
          <a:noFill/>
        </p:spPr>
        <p:txBody>
          <a:bodyPr wrap="none">
            <a:spAutoFit/>
          </a:bodyPr>
          <a:lstStyle/>
          <a:p>
            <a:pPr algn="l">
              <a:defRPr sz="2800" b="1">
                <a:solidFill>
                  <a:srgbClr val="3F3D8E"/>
                </a:solidFill>
                <a:latin typeface="Inter"/>
              </a:defRPr>
            </a:pPr>
            <a:r>
              <a:t>BRAND STORY (2/2)</a:t>
            </a:r>
          </a:p>
        </p:txBody>
      </p:sp>
    </p:spTree>
  </p:cSld>
  <p:clrMapOvr>
    <a:masterClrMapping/>
  </p:clrMapOvr>
</p:sld>
</file>

<file path=ppt/slides/slide9.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marqait_logo_1_20250901_165247_2a2cc7bd.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Choose for maximum impact and brand recognition in primary applications.</a:t>
            </a:r>
          </a:p>
        </p:txBody>
      </p:sp>
      <p:cxnSp>
        <p:nvCxnSpPr>
          <p:cNvPr id="4" name="Connector 3"/>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3F3D8E"/>
                </a:solidFill>
                <a:latin typeface="Inter"/>
              </a:defRPr>
            </a:pPr>
            <a:r>
              <a:t>Logo Variation 1</a:t>
            </a:r>
          </a:p>
        </p:txBody>
      </p:sp>
    </p:spTree>
  </p:cSld>
  <p:clrMapOvr>
    <a:masterClrMapping/>
  </p:clrMapOvr>
</p:sld>
</file>

<file path=ppt/slides/slide10.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marqait_logo_2_20250901_165300_c29e7400.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Perfect for constrained spaces while maintaining professional brand presence and clarity.</a:t>
            </a:r>
          </a:p>
        </p:txBody>
      </p:sp>
      <p:cxnSp>
        <p:nvCxnSpPr>
          <p:cNvPr id="4" name="Connector 3"/>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3F3D8E"/>
                </a:solidFill>
                <a:latin typeface="Inter"/>
              </a:defRPr>
            </a:pPr>
            <a:r>
              <a:t>Logo Variation 2</a:t>
            </a:r>
          </a:p>
        </p:txBody>
      </p:sp>
    </p:spTree>
  </p:cSld>
  <p:clrMapOvr>
    <a:masterClrMapping/>
  </p:clrMapOvr>
</p:sld>
</file>

<file path=ppt/slides/slide11.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pic>
        <p:nvPicPr>
          <p:cNvPr id="2" name="Picture 1" descr="marqait_logo_3_20250901_165314_b30c4f21.png"/>
          <p:cNvPicPr>
            <a:picLocks noChangeAspect="1"/>
          </p:cNvPicPr>
          <p:nvPr/>
        </p:nvPicPr>
        <p:blipFill>
          <a:blip r:embed="rId2"/>
          <a:stretch>
            <a:fillRect/>
          </a:stretch>
        </p:blipFill>
        <p:spPr>
          <a:xfrm>
            <a:off x="1143000" y="1943100"/>
            <a:ext cx="3429000" cy="2971800"/>
          </a:xfrm>
          <a:prstGeom prst="rect">
            <a:avLst/>
          </a:prstGeom>
        </p:spPr>
      </p:pic>
      <p:sp>
        <p:nvSpPr>
          <p:cNvPr id="3" name="TextBox 2"/>
          <p:cNvSpPr txBox="1"/>
          <p:nvPr/>
        </p:nvSpPr>
        <p:spPr>
          <a:xfrm>
            <a:off x="5257800" y="1200150"/>
            <a:ext cx="3429000" cy="4457700"/>
          </a:xfrm>
          <a:prstGeom prst="rect">
            <a:avLst/>
          </a:prstGeom>
          <a:noFill/>
        </p:spPr>
        <p:txBody>
          <a:bodyPr wrap="square" lIns="0" rIns="0" tIns="0" bIns="0">
            <a:spAutoFit/>
          </a:bodyPr>
          <a:lstStyle/>
          <a:p>
            <a:pPr algn="l">
              <a:spcAft>
                <a:spcPts val="800"/>
              </a:spcAft>
              <a:defRPr sz="1600" b="0">
                <a:solidFill>
                  <a:srgbClr val="FFFFFF"/>
                </a:solidFill>
                <a:latin typeface="Source Sans Pro"/>
              </a:defRPr>
            </a:pPr>
            <a:r>
              <a:t>Ideal for small sizes, watermarks, and applications requiring simplified brand representation.</a:t>
            </a:r>
          </a:p>
        </p:txBody>
      </p:sp>
      <p:cxnSp>
        <p:nvCxnSpPr>
          <p:cNvPr id="4" name="Connector 3"/>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5" name="TextBox 4"/>
          <p:cNvSpPr txBox="1"/>
          <p:nvPr/>
        </p:nvSpPr>
        <p:spPr>
          <a:xfrm>
            <a:off x="800100" y="5560695"/>
            <a:ext cx="5486400" cy="731520"/>
          </a:xfrm>
          <a:prstGeom prst="rect">
            <a:avLst/>
          </a:prstGeom>
          <a:noFill/>
        </p:spPr>
        <p:txBody>
          <a:bodyPr wrap="none">
            <a:spAutoFit/>
          </a:bodyPr>
          <a:lstStyle/>
          <a:p>
            <a:pPr algn="l">
              <a:defRPr sz="2800" b="1">
                <a:solidFill>
                  <a:srgbClr val="3F3D8E"/>
                </a:solidFill>
                <a:latin typeface="Inter"/>
              </a:defRPr>
            </a:pPr>
            <a:r>
              <a:t>Logo Variation 3</a:t>
            </a:r>
          </a:p>
        </p:txBody>
      </p:sp>
    </p:spTree>
  </p:cSld>
  <p:clrMapOvr>
    <a:masterClrMapping/>
  </p:clrMapOvr>
</p:sld>
</file>

<file path=ppt/slides/slide12.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645920"/>
            <a:ext cx="1828800" cy="1371600"/>
          </a:xfrm>
          <a:prstGeom prst="rect">
            <a:avLst/>
          </a:prstGeom>
          <a:solidFill>
            <a:srgbClr val="3F3D8E"/>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3154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Innovative Indigo</a:t>
            </a:r>
          </a:p>
          <a:p>
            <a:pPr algn="l">
              <a:spcAft>
                <a:spcPts val="300"/>
              </a:spcAft>
              <a:defRPr sz="1000" b="0">
                <a:solidFill>
                  <a:srgbClr val="FFFFFF"/>
                </a:solidFill>
                <a:latin typeface="Source Sans Pro"/>
              </a:defRPr>
            </a:pPr>
            <a:r>
              <a:t>#3F3D8E</a:t>
            </a:r>
          </a:p>
          <a:p>
            <a:pPr algn="l">
              <a:spcAft>
                <a:spcPts val="300"/>
              </a:spcAft>
              <a:defRPr sz="1000" b="0">
                <a:solidFill>
                  <a:srgbClr val="FFFFFF"/>
                </a:solidFill>
                <a:latin typeface="Source Sans Pro"/>
              </a:defRPr>
            </a:pPr>
            <a:r>
              <a:t>RGB(63, 61, 142)</a:t>
            </a:r>
          </a:p>
          <a:p>
            <a:pPr algn="l">
              <a:spcAft>
                <a:spcPts val="300"/>
              </a:spcAft>
              <a:defRPr sz="1000" b="0">
                <a:solidFill>
                  <a:srgbClr val="FFFFFF"/>
                </a:solidFill>
                <a:latin typeface="Source Sans Pro"/>
              </a:defRPr>
            </a:pPr>
            <a:r>
              <a:t>CMYK(55, 57, 0, 44)</a:t>
            </a:r>
          </a:p>
          <a:p>
            <a:pPr algn="l">
              <a:spcAft>
                <a:spcPts val="300"/>
              </a:spcAft>
              <a:defRPr sz="1000" b="0">
                <a:solidFill>
                  <a:srgbClr val="FFFFFF"/>
                </a:solidFill>
                <a:latin typeface="Source Sans Pro"/>
              </a:defRPr>
            </a:pPr>
            <a:r>
              <a:t>Use Light Text</a:t>
            </a:r>
          </a:p>
        </p:txBody>
      </p:sp>
      <p:sp>
        <p:nvSpPr>
          <p:cNvPr id="4" name="Rectangle 3"/>
          <p:cNvSpPr/>
          <p:nvPr/>
        </p:nvSpPr>
        <p:spPr>
          <a:xfrm>
            <a:off x="4572000" y="1645920"/>
            <a:ext cx="1828800" cy="1371600"/>
          </a:xfrm>
          <a:prstGeom prst="rect">
            <a:avLst/>
          </a:prstGeom>
          <a:solidFill>
            <a:srgbClr val="00BFB2"/>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6583680" y="164592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Agility Aqua</a:t>
            </a:r>
          </a:p>
          <a:p>
            <a:pPr algn="l">
              <a:spcAft>
                <a:spcPts val="300"/>
              </a:spcAft>
              <a:defRPr sz="1000" b="0">
                <a:solidFill>
                  <a:srgbClr val="FFFFFF"/>
                </a:solidFill>
                <a:latin typeface="Source Sans Pro"/>
              </a:defRPr>
            </a:pPr>
            <a:r>
              <a:t>#00BFB2</a:t>
            </a:r>
          </a:p>
          <a:p>
            <a:pPr algn="l">
              <a:spcAft>
                <a:spcPts val="300"/>
              </a:spcAft>
              <a:defRPr sz="1000" b="0">
                <a:solidFill>
                  <a:srgbClr val="FFFFFF"/>
                </a:solidFill>
                <a:latin typeface="Source Sans Pro"/>
              </a:defRPr>
            </a:pPr>
            <a:r>
              <a:t>RGB(0, 191, 178)</a:t>
            </a:r>
          </a:p>
          <a:p>
            <a:pPr algn="l">
              <a:spcAft>
                <a:spcPts val="300"/>
              </a:spcAft>
              <a:defRPr sz="1000" b="0">
                <a:solidFill>
                  <a:srgbClr val="FFFFFF"/>
                </a:solidFill>
                <a:latin typeface="Source Sans Pro"/>
              </a:defRPr>
            </a:pPr>
            <a:r>
              <a:t>CMYK(100, 0, 6, 25)</a:t>
            </a:r>
          </a:p>
          <a:p>
            <a:pPr algn="l">
              <a:spcAft>
                <a:spcPts val="300"/>
              </a:spcAft>
              <a:defRPr sz="1000" b="0">
                <a:solidFill>
                  <a:srgbClr val="FFFFFF"/>
                </a:solidFill>
                <a:latin typeface="Source Sans Pro"/>
              </a:defRPr>
            </a:pPr>
            <a:r>
              <a:t>Use Dark Text</a:t>
            </a:r>
          </a:p>
        </p:txBody>
      </p:sp>
      <p:sp>
        <p:nvSpPr>
          <p:cNvPr id="6" name="Rectangle 5"/>
          <p:cNvSpPr/>
          <p:nvPr/>
        </p:nvSpPr>
        <p:spPr>
          <a:xfrm>
            <a:off x="1143000" y="3726180"/>
            <a:ext cx="1828800" cy="1371600"/>
          </a:xfrm>
          <a:prstGeom prst="rect">
            <a:avLst/>
          </a:prstGeom>
          <a:solidFill>
            <a:srgbClr val="007F4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3154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Empowerment Emerald</a:t>
            </a:r>
          </a:p>
          <a:p>
            <a:pPr algn="l">
              <a:spcAft>
                <a:spcPts val="300"/>
              </a:spcAft>
              <a:defRPr sz="1000" b="0">
                <a:solidFill>
                  <a:srgbClr val="FFFFFF"/>
                </a:solidFill>
                <a:latin typeface="Source Sans Pro"/>
              </a:defRPr>
            </a:pPr>
            <a:r>
              <a:t>#007F4F</a:t>
            </a:r>
          </a:p>
          <a:p>
            <a:pPr algn="l">
              <a:spcAft>
                <a:spcPts val="300"/>
              </a:spcAft>
              <a:defRPr sz="1000" b="0">
                <a:solidFill>
                  <a:srgbClr val="FFFFFF"/>
                </a:solidFill>
                <a:latin typeface="Source Sans Pro"/>
              </a:defRPr>
            </a:pPr>
            <a:r>
              <a:t>RGB(0, 127, 79)</a:t>
            </a:r>
          </a:p>
          <a:p>
            <a:pPr algn="l">
              <a:spcAft>
                <a:spcPts val="300"/>
              </a:spcAft>
              <a:defRPr sz="1000" b="0">
                <a:solidFill>
                  <a:srgbClr val="FFFFFF"/>
                </a:solidFill>
                <a:latin typeface="Source Sans Pro"/>
              </a:defRPr>
            </a:pPr>
            <a:r>
              <a:t>CMYK(100, 0, 37, 50)</a:t>
            </a:r>
          </a:p>
          <a:p>
            <a:pPr algn="l">
              <a:spcAft>
                <a:spcPts val="300"/>
              </a:spcAft>
              <a:defRPr sz="1000" b="0">
                <a:solidFill>
                  <a:srgbClr val="FFFFFF"/>
                </a:solidFill>
                <a:latin typeface="Source Sans Pro"/>
              </a:defRPr>
            </a:pPr>
            <a:r>
              <a:t>Use Light Text</a:t>
            </a:r>
          </a:p>
        </p:txBody>
      </p:sp>
      <p:sp>
        <p:nvSpPr>
          <p:cNvPr id="8" name="Rectangle 7"/>
          <p:cNvSpPr/>
          <p:nvPr/>
        </p:nvSpPr>
        <p:spPr>
          <a:xfrm>
            <a:off x="4572000" y="3726180"/>
            <a:ext cx="1828800" cy="1371600"/>
          </a:xfrm>
          <a:prstGeom prst="rect">
            <a:avLst/>
          </a:prstGeom>
          <a:solidFill>
            <a:srgbClr val="5C6F7F"/>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6583680" y="3726180"/>
            <a:ext cx="3017520" cy="1371600"/>
          </a:xfrm>
          <a:prstGeom prst="rect">
            <a:avLst/>
          </a:prstGeom>
          <a:noFill/>
        </p:spPr>
        <p:txBody>
          <a:bodyPr wrap="square" lIns="0" rIns="0" tIns="0" bIns="0">
            <a:spAutoFit/>
          </a:bodyPr>
          <a:lstStyle/>
          <a:p>
            <a:pPr algn="l">
              <a:spcAft>
                <a:spcPts val="300"/>
              </a:spcAft>
              <a:defRPr sz="1000" b="0">
                <a:solidFill>
                  <a:srgbClr val="FFFFFF"/>
                </a:solidFill>
                <a:latin typeface="Source Sans Pro"/>
              </a:defRPr>
            </a:pPr>
            <a:r>
              <a:t>Simplicity Slate</a:t>
            </a:r>
          </a:p>
          <a:p>
            <a:pPr algn="l">
              <a:spcAft>
                <a:spcPts val="300"/>
              </a:spcAft>
              <a:defRPr sz="1000" b="0">
                <a:solidFill>
                  <a:srgbClr val="FFFFFF"/>
                </a:solidFill>
                <a:latin typeface="Source Sans Pro"/>
              </a:defRPr>
            </a:pPr>
            <a:r>
              <a:t>#5C6F7F</a:t>
            </a:r>
          </a:p>
          <a:p>
            <a:pPr algn="l">
              <a:spcAft>
                <a:spcPts val="300"/>
              </a:spcAft>
              <a:defRPr sz="1000" b="0">
                <a:solidFill>
                  <a:srgbClr val="FFFFFF"/>
                </a:solidFill>
                <a:latin typeface="Source Sans Pro"/>
              </a:defRPr>
            </a:pPr>
            <a:r>
              <a:t>RGB(92, 111, 127)</a:t>
            </a:r>
          </a:p>
          <a:p>
            <a:pPr algn="l">
              <a:spcAft>
                <a:spcPts val="300"/>
              </a:spcAft>
              <a:defRPr sz="1000" b="0">
                <a:solidFill>
                  <a:srgbClr val="FFFFFF"/>
                </a:solidFill>
                <a:latin typeface="Source Sans Pro"/>
              </a:defRPr>
            </a:pPr>
            <a:r>
              <a:t>CMYK(27, 12, 0, 50)</a:t>
            </a:r>
          </a:p>
          <a:p>
            <a:pPr algn="l">
              <a:spcAft>
                <a:spcPts val="300"/>
              </a:spcAft>
              <a:defRPr sz="1000" b="0">
                <a:solidFill>
                  <a:srgbClr val="FFFFFF"/>
                </a:solidFill>
                <a:latin typeface="Source Sans Pro"/>
              </a:defRPr>
            </a:pPr>
            <a:r>
              <a:t>Use Light Text</a:t>
            </a:r>
          </a:p>
        </p:txBody>
      </p:sp>
      <p:cxnSp>
        <p:nvCxnSpPr>
          <p:cNvPr id="10" name="Connector 9"/>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11" name="TextBox 10"/>
          <p:cNvSpPr txBox="1"/>
          <p:nvPr/>
        </p:nvSpPr>
        <p:spPr>
          <a:xfrm>
            <a:off x="457200" y="5560695"/>
            <a:ext cx="5486400" cy="731520"/>
          </a:xfrm>
          <a:prstGeom prst="rect">
            <a:avLst/>
          </a:prstGeom>
          <a:noFill/>
        </p:spPr>
        <p:txBody>
          <a:bodyPr wrap="none">
            <a:spAutoFit/>
          </a:bodyPr>
          <a:lstStyle/>
          <a:p>
            <a:pPr algn="l">
              <a:defRPr sz="2800" b="1">
                <a:solidFill>
                  <a:srgbClr val="3F3D8E"/>
                </a:solidFill>
                <a:latin typeface="Inter"/>
              </a:defRPr>
            </a:pPr>
            <a:r>
              <a:t>Primary Colors</a:t>
            </a:r>
          </a:p>
        </p:txBody>
      </p:sp>
    </p:spTree>
  </p:cSld>
  <p:clrMapOvr>
    <a:masterClrMapping/>
  </p:clrMapOvr>
</p:sld>
</file>

<file path=ppt/slides/slide13.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Rectangle 1"/>
          <p:cNvSpPr/>
          <p:nvPr/>
        </p:nvSpPr>
        <p:spPr>
          <a:xfrm>
            <a:off x="1143000" y="1571625"/>
            <a:ext cx="1828800" cy="914400"/>
          </a:xfrm>
          <a:prstGeom prst="rect">
            <a:avLst/>
          </a:prstGeom>
          <a:solidFill>
            <a:srgbClr val="F8F9FA"/>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3" name="TextBox 2"/>
          <p:cNvSpPr txBox="1"/>
          <p:nvPr/>
        </p:nvSpPr>
        <p:spPr>
          <a:xfrm>
            <a:off x="11430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Light Background</a:t>
            </a:r>
          </a:p>
          <a:p>
            <a:pPr algn="ctr">
              <a:spcAft>
                <a:spcPts val="300"/>
              </a:spcAft>
              <a:defRPr sz="1000" b="0">
                <a:solidFill>
                  <a:srgbClr val="FFFFFF"/>
                </a:solidFill>
                <a:latin typeface="Source Sans Pro"/>
              </a:defRPr>
            </a:pPr>
            <a:r>
              <a:t>#F8F9FA</a:t>
            </a:r>
          </a:p>
          <a:p>
            <a:pPr algn="ctr">
              <a:spcAft>
                <a:spcPts val="300"/>
              </a:spcAft>
              <a:defRPr sz="1000" b="0">
                <a:solidFill>
                  <a:srgbClr val="FFFFFF"/>
                </a:solidFill>
                <a:latin typeface="Source Sans Pro"/>
              </a:defRPr>
            </a:pPr>
            <a:r>
              <a:t>Use Dark Text</a:t>
            </a:r>
          </a:p>
        </p:txBody>
      </p:sp>
      <p:sp>
        <p:nvSpPr>
          <p:cNvPr id="4" name="Rectangle 3"/>
          <p:cNvSpPr/>
          <p:nvPr/>
        </p:nvSpPr>
        <p:spPr>
          <a:xfrm>
            <a:off x="3200400" y="1571625"/>
            <a:ext cx="1828800" cy="914400"/>
          </a:xfrm>
          <a:prstGeom prst="rect">
            <a:avLst/>
          </a:prstGeom>
          <a:solidFill>
            <a:srgbClr val="6B7280"/>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5" name="TextBox 4"/>
          <p:cNvSpPr txBox="1"/>
          <p:nvPr/>
        </p:nvSpPr>
        <p:spPr>
          <a:xfrm>
            <a:off x="32004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Medium Gray</a:t>
            </a:r>
          </a:p>
          <a:p>
            <a:pPr algn="ctr">
              <a:spcAft>
                <a:spcPts val="300"/>
              </a:spcAft>
              <a:defRPr sz="1000" b="0">
                <a:solidFill>
                  <a:srgbClr val="FFFFFF"/>
                </a:solidFill>
                <a:latin typeface="Source Sans Pro"/>
              </a:defRPr>
            </a:pPr>
            <a:r>
              <a:t>#6B7280</a:t>
            </a:r>
          </a:p>
          <a:p>
            <a:pPr algn="ctr">
              <a:spcAft>
                <a:spcPts val="300"/>
              </a:spcAft>
              <a:defRPr sz="1000" b="0">
                <a:solidFill>
                  <a:srgbClr val="FFFFFF"/>
                </a:solidFill>
                <a:latin typeface="Source Sans Pro"/>
              </a:defRPr>
            </a:pPr>
            <a:r>
              <a:t>Use Light Text</a:t>
            </a:r>
          </a:p>
        </p:txBody>
      </p:sp>
      <p:sp>
        <p:nvSpPr>
          <p:cNvPr id="6" name="Rectangle 5"/>
          <p:cNvSpPr/>
          <p:nvPr/>
        </p:nvSpPr>
        <p:spPr>
          <a:xfrm>
            <a:off x="5257800" y="1571625"/>
            <a:ext cx="1828800" cy="914400"/>
          </a:xfrm>
          <a:prstGeom prst="rect">
            <a:avLst/>
          </a:prstGeom>
          <a:solidFill>
            <a:srgbClr val="1F2937"/>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7" name="TextBox 6"/>
          <p:cNvSpPr txBox="1"/>
          <p:nvPr/>
        </p:nvSpPr>
        <p:spPr>
          <a:xfrm>
            <a:off x="5257800" y="2668905"/>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Dark Text</a:t>
            </a:r>
          </a:p>
          <a:p>
            <a:pPr algn="ctr">
              <a:spcAft>
                <a:spcPts val="300"/>
              </a:spcAft>
              <a:defRPr sz="1000" b="0">
                <a:solidFill>
                  <a:srgbClr val="FFFFFF"/>
                </a:solidFill>
                <a:latin typeface="Source Sans Pro"/>
              </a:defRPr>
            </a:pPr>
            <a:r>
              <a:t>#1F2937</a:t>
            </a:r>
          </a:p>
          <a:p>
            <a:pPr algn="ctr">
              <a:spcAft>
                <a:spcPts val="300"/>
              </a:spcAft>
              <a:defRPr sz="1000" b="0">
                <a:solidFill>
                  <a:srgbClr val="FFFFFF"/>
                </a:solidFill>
                <a:latin typeface="Source Sans Pro"/>
              </a:defRPr>
            </a:pPr>
            <a:r>
              <a:t>Use Light Text</a:t>
            </a:r>
          </a:p>
        </p:txBody>
      </p:sp>
      <p:sp>
        <p:nvSpPr>
          <p:cNvPr id="8" name="Rectangle 7"/>
          <p:cNvSpPr/>
          <p:nvPr/>
        </p:nvSpPr>
        <p:spPr>
          <a:xfrm>
            <a:off x="2171700" y="3429000"/>
            <a:ext cx="1828800" cy="914400"/>
          </a:xfrm>
          <a:prstGeom prst="rect">
            <a:avLst/>
          </a:prstGeom>
          <a:solidFill>
            <a:srgbClr val="E5E7E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9" name="TextBox 8"/>
          <p:cNvSpPr txBox="1"/>
          <p:nvPr/>
        </p:nvSpPr>
        <p:spPr>
          <a:xfrm>
            <a:off x="21717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Accent Light</a:t>
            </a:r>
          </a:p>
          <a:p>
            <a:pPr algn="ctr">
              <a:spcAft>
                <a:spcPts val="300"/>
              </a:spcAft>
              <a:defRPr sz="1000" b="0">
                <a:solidFill>
                  <a:srgbClr val="FFFFFF"/>
                </a:solidFill>
                <a:latin typeface="Source Sans Pro"/>
              </a:defRPr>
            </a:pPr>
            <a:r>
              <a:t>#E5E7EB</a:t>
            </a:r>
          </a:p>
          <a:p>
            <a:pPr algn="ctr">
              <a:spcAft>
                <a:spcPts val="300"/>
              </a:spcAft>
              <a:defRPr sz="1000" b="0">
                <a:solidFill>
                  <a:srgbClr val="FFFFFF"/>
                </a:solidFill>
                <a:latin typeface="Source Sans Pro"/>
              </a:defRPr>
            </a:pPr>
            <a:r>
              <a:t>Use Dark Text</a:t>
            </a:r>
          </a:p>
        </p:txBody>
      </p:sp>
      <p:sp>
        <p:nvSpPr>
          <p:cNvPr id="10" name="Rectangle 9"/>
          <p:cNvSpPr/>
          <p:nvPr/>
        </p:nvSpPr>
        <p:spPr>
          <a:xfrm>
            <a:off x="4229100" y="3429000"/>
            <a:ext cx="1828800" cy="914400"/>
          </a:xfrm>
          <a:prstGeom prst="rect">
            <a:avLst/>
          </a:prstGeom>
          <a:solidFill>
            <a:srgbClr val="F59E0B"/>
          </a:solidFill>
          <a:ln w="25400">
            <a:solidFill>
              <a:srgbClr val="FFFFFF"/>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sp>
        <p:nvSpPr>
          <p:cNvPr id="11" name="TextBox 10"/>
          <p:cNvSpPr txBox="1"/>
          <p:nvPr/>
        </p:nvSpPr>
        <p:spPr>
          <a:xfrm>
            <a:off x="4229100" y="4526280"/>
            <a:ext cx="1828800" cy="914400"/>
          </a:xfrm>
          <a:prstGeom prst="rect">
            <a:avLst/>
          </a:prstGeom>
          <a:noFill/>
        </p:spPr>
        <p:txBody>
          <a:bodyPr wrap="square" lIns="0" rIns="0" tIns="0" bIns="0">
            <a:spAutoFit/>
          </a:bodyPr>
          <a:lstStyle/>
          <a:p>
            <a:pPr algn="ctr">
              <a:spcAft>
                <a:spcPts val="300"/>
              </a:spcAft>
              <a:defRPr sz="1000" b="0">
                <a:solidFill>
                  <a:srgbClr val="FFFFFF"/>
                </a:solidFill>
                <a:latin typeface="Source Sans Pro"/>
              </a:defRPr>
            </a:pPr>
            <a:r>
              <a:t>Warning Orange</a:t>
            </a:r>
          </a:p>
          <a:p>
            <a:pPr algn="ctr">
              <a:spcAft>
                <a:spcPts val="300"/>
              </a:spcAft>
              <a:defRPr sz="1000" b="0">
                <a:solidFill>
                  <a:srgbClr val="FFFFFF"/>
                </a:solidFill>
                <a:latin typeface="Source Sans Pro"/>
              </a:defRPr>
            </a:pPr>
            <a:r>
              <a:t>#F59E0B</a:t>
            </a:r>
          </a:p>
          <a:p>
            <a:pPr algn="ctr">
              <a:spcAft>
                <a:spcPts val="300"/>
              </a:spcAft>
              <a:defRPr sz="1000" b="0">
                <a:solidFill>
                  <a:srgbClr val="FFFFFF"/>
                </a:solidFill>
                <a:latin typeface="Source Sans Pro"/>
              </a:defRPr>
            </a:pPr>
            <a:r>
              <a:t>Use Dark Text</a:t>
            </a:r>
          </a:p>
        </p:txBody>
      </p:sp>
      <p:cxnSp>
        <p:nvCxnSpPr>
          <p:cNvPr id="12" name="Connector 11"/>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13" name="TextBox 12"/>
          <p:cNvSpPr txBox="1"/>
          <p:nvPr/>
        </p:nvSpPr>
        <p:spPr>
          <a:xfrm>
            <a:off x="457200" y="5560695"/>
            <a:ext cx="5486400" cy="731520"/>
          </a:xfrm>
          <a:prstGeom prst="rect">
            <a:avLst/>
          </a:prstGeom>
          <a:noFill/>
        </p:spPr>
        <p:txBody>
          <a:bodyPr wrap="none">
            <a:spAutoFit/>
          </a:bodyPr>
          <a:lstStyle/>
          <a:p>
            <a:pPr algn="l">
              <a:defRPr sz="2800" b="1">
                <a:solidFill>
                  <a:srgbClr val="3F3D8E"/>
                </a:solidFill>
                <a:latin typeface="Inter"/>
              </a:defRPr>
            </a:pPr>
            <a:r>
              <a:t>Secondary Colors</a:t>
            </a:r>
          </a:p>
        </p:txBody>
      </p:sp>
    </p:spTree>
  </p:cSld>
  <p:clrMapOvr>
    <a:masterClrMapping/>
  </p:clrMapOvr>
</p:sld>
</file>

<file path=ppt/slides/slide14.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Primary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brand-critical elements:</a:t>
            </a:r>
          </a:p>
          <a:p>
            <a:pPr algn="l">
              <a:spcAft>
                <a:spcPts val="600"/>
              </a:spcAft>
              <a:defRPr sz="1400" b="0">
                <a:solidFill>
                  <a:srgbClr val="FFFFFF"/>
                </a:solidFill>
                <a:latin typeface="Source Sans Pro"/>
              </a:defRPr>
            </a:pPr>
            <a:r>
              <a:t>• Logos and main brand marks</a:t>
            </a:r>
          </a:p>
          <a:p>
            <a:pPr algn="l">
              <a:spcAft>
                <a:spcPts val="600"/>
              </a:spcAft>
              <a:defRPr sz="1400" b="0">
                <a:solidFill>
                  <a:srgbClr val="FFFFFF"/>
                </a:solidFill>
                <a:latin typeface="Source Sans Pro"/>
              </a:defRPr>
            </a:pPr>
            <a:r>
              <a:t>• Headlines and key text</a:t>
            </a:r>
          </a:p>
          <a:p>
            <a:pPr algn="l">
              <a:spcAft>
                <a:spcPts val="600"/>
              </a:spcAft>
              <a:defRPr sz="1400" b="0">
                <a:solidFill>
                  <a:srgbClr val="FFFFFF"/>
                </a:solidFill>
                <a:latin typeface="Source Sans Pro"/>
              </a:defRPr>
            </a:pPr>
            <a:r>
              <a:t>• CTA buttons and navigation</a:t>
            </a:r>
          </a:p>
          <a:p>
            <a:pPr algn="l">
              <a:spcAft>
                <a:spcPts val="600"/>
              </a:spcAft>
              <a:defRPr sz="1400" b="0">
                <a:solidFill>
                  <a:srgbClr val="FFFFFF"/>
                </a:solidFill>
                <a:latin typeface="Source Sans Pro"/>
              </a:defRPr>
            </a:pPr>
            <a:r>
              <a:t>• Hero sections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Innovative Indigo, Agility Aqua, Empowerment Emerald, Simplicity Slate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Maximum brand recognition</a:t>
            </a:r>
          </a:p>
          <a:p>
            <a:pPr algn="l">
              <a:spcAft>
                <a:spcPts val="600"/>
              </a:spcAft>
              <a:defRPr sz="1400" b="0">
                <a:solidFill>
                  <a:srgbClr val="FFFFFF"/>
                </a:solidFill>
                <a:latin typeface="Source Sans Pro"/>
              </a:defRPr>
            </a:pPr>
            <a:r>
              <a:t>- Consistent application</a:t>
            </a:r>
          </a:p>
          <a:p>
            <a:pPr algn="l">
              <a:spcAft>
                <a:spcPts val="600"/>
              </a:spcAft>
              <a:defRPr sz="1400" b="0">
                <a:solidFill>
                  <a:srgbClr val="FFFFFF"/>
                </a:solidFill>
                <a:latin typeface="Source Sans Pro"/>
              </a:defRPr>
            </a:pPr>
            <a:r>
              <a:t>- Sufficient contrast</a:t>
            </a:r>
          </a:p>
          <a:p>
            <a:pPr algn="l">
              <a:spcAft>
                <a:spcPts val="600"/>
              </a:spcAft>
              <a:defRPr sz="1400" b="0">
                <a:solidFill>
                  <a:srgbClr val="FFFFFF"/>
                </a:solidFill>
                <a:latin typeface="Source Sans Pro"/>
              </a:defRPr>
            </a:pPr>
            <a:r>
              <a:t>- Accessibility compliance</a:t>
            </a:r>
          </a:p>
        </p:txBody>
      </p:sp>
      <p:cxnSp>
        <p:nvCxnSpPr>
          <p:cNvPr id="3" name="Connector 2"/>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3F3D8E"/>
                </a:solidFill>
                <a:latin typeface="Inter"/>
              </a:defRPr>
            </a:pPr>
            <a:r>
              <a:t>Color Usage 1/2</a:t>
            </a:r>
          </a:p>
        </p:txBody>
      </p:sp>
    </p:spTree>
  </p:cSld>
  <p:clrMapOvr>
    <a:masterClrMapping/>
  </p:clrMapOvr>
</p:sld>
</file>

<file path=ppt/slides/slide15.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3714750"/>
          </a:xfrm>
          <a:prstGeom prst="rect">
            <a:avLst/>
          </a:prstGeom>
          <a:noFill/>
        </p:spPr>
        <p:txBody>
          <a:bodyPr wrap="square" lIns="0" rIns="0" tIns="0" bIns="0">
            <a:spAutoFit/>
          </a:bodyPr>
          <a:lstStyle/>
          <a:p>
            <a:pPr algn="l">
              <a:spcAft>
                <a:spcPts val="600"/>
              </a:spcAft>
              <a:defRPr sz="1400" b="0">
                <a:solidFill>
                  <a:srgbClr val="FFFFFF"/>
                </a:solidFill>
                <a:latin typeface="Source Sans Pro"/>
              </a:defRPr>
            </a:pPr>
            <a:r>
              <a:t>Secondary Color Usage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Use for supporting elements:</a:t>
            </a:r>
          </a:p>
          <a:p>
            <a:pPr algn="l">
              <a:spcAft>
                <a:spcPts val="600"/>
              </a:spcAft>
              <a:defRPr sz="1400" b="0">
                <a:solidFill>
                  <a:srgbClr val="FFFFFF"/>
                </a:solidFill>
                <a:latin typeface="Source Sans Pro"/>
              </a:defRPr>
            </a:pPr>
            <a:r>
              <a:t>• Backgrounds and subtle accents</a:t>
            </a:r>
          </a:p>
          <a:p>
            <a:pPr algn="l">
              <a:spcAft>
                <a:spcPts val="600"/>
              </a:spcAft>
              <a:defRPr sz="1400" b="0">
                <a:solidFill>
                  <a:srgbClr val="FFFFFF"/>
                </a:solidFill>
                <a:latin typeface="Source Sans Pro"/>
              </a:defRPr>
            </a:pPr>
            <a:r>
              <a:t>• Secondary text</a:t>
            </a:r>
          </a:p>
          <a:p>
            <a:pPr algn="l">
              <a:spcAft>
                <a:spcPts val="600"/>
              </a:spcAft>
              <a:defRPr sz="1400" b="0">
                <a:solidFill>
                  <a:srgbClr val="FFFFFF"/>
                </a:solidFill>
                <a:latin typeface="Source Sans Pro"/>
              </a:defRPr>
            </a:pPr>
            <a:r>
              <a:t>• Borders and dividers</a:t>
            </a:r>
          </a:p>
          <a:p>
            <a:pPr algn="l">
              <a:spcAft>
                <a:spcPts val="600"/>
              </a:spcAft>
              <a:defRPr sz="1400" b="0">
                <a:solidFill>
                  <a:srgbClr val="FFFFFF"/>
                </a:solidFill>
                <a:latin typeface="Source Sans Pro"/>
              </a:defRPr>
            </a:pPr>
            <a:r>
              <a:t>• Hover states and icons</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Colors: Light Background, Medium Gray, Dark Text, Accent Light, Warning Orange</a:t>
            </a:r>
          </a:p>
          <a:p>
            <a:pPr algn="l">
              <a:spcAft>
                <a:spcPts val="600"/>
              </a:spcAft>
              <a:defRPr sz="1400" b="0">
                <a:solidFill>
                  <a:srgbClr val="FFFFFF"/>
                </a:solidFill>
                <a:latin typeface="Source Sans Pro"/>
              </a:defRPr>
            </a:pPr>
          </a:p>
          <a:p>
            <a:pPr algn="l">
              <a:spcAft>
                <a:spcPts val="600"/>
              </a:spcAft>
              <a:defRPr sz="1400" b="0">
                <a:solidFill>
                  <a:srgbClr val="FFFFFF"/>
                </a:solidFill>
                <a:latin typeface="Source Sans Pro"/>
              </a:defRPr>
            </a:pPr>
            <a:r>
              <a:t>Best Practices:</a:t>
            </a:r>
          </a:p>
          <a:p>
            <a:pPr algn="l">
              <a:spcAft>
                <a:spcPts val="600"/>
              </a:spcAft>
              <a:defRPr sz="1400" b="0">
                <a:solidFill>
                  <a:srgbClr val="FFFFFF"/>
                </a:solidFill>
                <a:latin typeface="Source Sans Pro"/>
              </a:defRPr>
            </a:pPr>
            <a:r>
              <a:t>- Create visual hierarchy</a:t>
            </a:r>
          </a:p>
          <a:p>
            <a:pPr algn="l">
              <a:spcAft>
                <a:spcPts val="600"/>
              </a:spcAft>
              <a:defRPr sz="1400" b="0">
                <a:solidFill>
                  <a:srgbClr val="FFFFFF"/>
                </a:solidFill>
                <a:latin typeface="Source Sans Pro"/>
              </a:defRPr>
            </a:pPr>
            <a:r>
              <a:t>- Support, don't compete</a:t>
            </a:r>
          </a:p>
          <a:p>
            <a:pPr algn="l">
              <a:spcAft>
                <a:spcPts val="600"/>
              </a:spcAft>
              <a:defRPr sz="1400" b="0">
                <a:solidFill>
                  <a:srgbClr val="FFFFFF"/>
                </a:solidFill>
                <a:latin typeface="Source Sans Pro"/>
              </a:defRPr>
            </a:pPr>
            <a:r>
              <a:t>- Maintain readability</a:t>
            </a:r>
          </a:p>
          <a:p>
            <a:pPr algn="l">
              <a:spcAft>
                <a:spcPts val="600"/>
              </a:spcAft>
              <a:defRPr sz="1400" b="0">
                <a:solidFill>
                  <a:srgbClr val="FFFFFF"/>
                </a:solidFill>
                <a:latin typeface="Source Sans Pro"/>
              </a:defRPr>
            </a:pPr>
            <a:r>
              <a:t>- Use sparingly</a:t>
            </a:r>
          </a:p>
        </p:txBody>
      </p:sp>
      <p:cxnSp>
        <p:nvCxnSpPr>
          <p:cNvPr id="3" name="Connector 2"/>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457200" y="5560695"/>
            <a:ext cx="5486400" cy="731520"/>
          </a:xfrm>
          <a:prstGeom prst="rect">
            <a:avLst/>
          </a:prstGeom>
          <a:noFill/>
        </p:spPr>
        <p:txBody>
          <a:bodyPr wrap="none">
            <a:spAutoFit/>
          </a:bodyPr>
          <a:lstStyle/>
          <a:p>
            <a:pPr algn="l">
              <a:defRPr sz="2800" b="1">
                <a:solidFill>
                  <a:srgbClr val="3F3D8E"/>
                </a:solidFill>
                <a:latin typeface="Inter"/>
              </a:defRPr>
            </a:pPr>
            <a:r>
              <a:t>Color Usage 2/2</a:t>
            </a:r>
          </a:p>
        </p:txBody>
      </p:sp>
    </p:spTree>
  </p:cSld>
  <p:clrMapOvr>
    <a:masterClrMapping/>
  </p:clrMapOvr>
</p:sld>
</file>

<file path=ppt/slides/slide16.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97180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Primary Font: Inter</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Secondary Font: Source Sans Pro</a:t>
            </a:r>
          </a:p>
          <a:p>
            <a:pPr algn="l">
              <a:spcAft>
                <a:spcPts val="800"/>
              </a:spcAft>
              <a:defRPr sz="2000" b="0">
                <a:solidFill>
                  <a:srgbClr val="FFFFFF"/>
                </a:solidFill>
                <a:latin typeface="Source Sans Pro"/>
              </a:defRPr>
            </a:pPr>
          </a:p>
          <a:p>
            <a:pPr algn="l">
              <a:spcAft>
                <a:spcPts val="800"/>
              </a:spcAft>
              <a:defRPr sz="2000" b="0">
                <a:solidFill>
                  <a:srgbClr val="FFFFFF"/>
                </a:solidFill>
                <a:latin typeface="Source Sans Pro"/>
              </a:defRPr>
            </a:pPr>
            <a:r>
              <a:t>Font Hierarchy:</a:t>
            </a:r>
          </a:p>
          <a:p>
            <a:pPr algn="l">
              <a:spcAft>
                <a:spcPts val="800"/>
              </a:spcAft>
              <a:defRPr sz="2000" b="0">
                <a:solidFill>
                  <a:srgbClr val="FFFFFF"/>
                </a:solidFill>
                <a:latin typeface="Source Sans Pro"/>
              </a:defRPr>
            </a:pPr>
            <a:r>
              <a:t>• Headlines: Inter - Bold, 28-32pt</a:t>
            </a:r>
          </a:p>
          <a:p>
            <a:pPr algn="l">
              <a:spcAft>
                <a:spcPts val="800"/>
              </a:spcAft>
              <a:defRPr sz="2000" b="0">
                <a:solidFill>
                  <a:srgbClr val="FFFFFF"/>
                </a:solidFill>
                <a:latin typeface="Source Sans Pro"/>
              </a:defRPr>
            </a:pPr>
            <a:r>
              <a:t>• Subheadlines: Inter - Bold, 20-24pt</a:t>
            </a:r>
          </a:p>
          <a:p>
            <a:pPr algn="l">
              <a:spcAft>
                <a:spcPts val="800"/>
              </a:spcAft>
              <a:defRPr sz="2000" b="0">
                <a:solidFill>
                  <a:srgbClr val="FFFFFF"/>
                </a:solidFill>
                <a:latin typeface="Source Sans Pro"/>
              </a:defRPr>
            </a:pPr>
            <a:r>
              <a:t>• Body Text: Source Sans Pro - Regular, 16-18pt</a:t>
            </a:r>
          </a:p>
          <a:p>
            <a:pPr algn="l">
              <a:spcAft>
                <a:spcPts val="800"/>
              </a:spcAft>
              <a:defRPr sz="2000" b="0">
                <a:solidFill>
                  <a:srgbClr val="FFFFFF"/>
                </a:solidFill>
                <a:latin typeface="Source Sans Pro"/>
              </a:defRPr>
            </a:pPr>
            <a:r>
              <a:t>• Caption Text: Source Sans Pro - Regular, 12-14pt</a:t>
            </a:r>
          </a:p>
        </p:txBody>
      </p:sp>
      <p:cxnSp>
        <p:nvCxnSpPr>
          <p:cNvPr id="3" name="Connector 2"/>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189220"/>
            <a:ext cx="3657600" cy="731520"/>
          </a:xfrm>
          <a:prstGeom prst="rect">
            <a:avLst/>
          </a:prstGeom>
          <a:noFill/>
        </p:spPr>
        <p:txBody>
          <a:bodyPr wrap="none">
            <a:spAutoFit/>
          </a:bodyPr>
          <a:lstStyle/>
          <a:p>
            <a:pPr algn="l">
              <a:defRPr sz="2800" b="1">
                <a:solidFill>
                  <a:srgbClr val="3F3D8E"/>
                </a:solidFill>
                <a:latin typeface="Inter"/>
              </a:defRPr>
            </a:pPr>
            <a:r>
              <a:t>TYPOGRAPHY</a:t>
            </a:r>
          </a:p>
        </p:txBody>
      </p:sp>
    </p:spTree>
  </p:cSld>
  <p:clrMapOvr>
    <a:masterClrMapping/>
  </p:clrMapOvr>
</p:sld>
</file>

<file path=ppt/slides/slide17.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742950"/>
          </a:xfrm>
          <a:prstGeom prst="rect">
            <a:avLst/>
          </a:prstGeom>
          <a:noFill/>
        </p:spPr>
        <p:txBody>
          <a:bodyPr wrap="square" lIns="0" rIns="0" tIns="0" bIns="0">
            <a:spAutoFit/>
          </a:bodyPr>
          <a:lstStyle/>
          <a:p>
            <a:pPr algn="l">
              <a:spcAft>
                <a:spcPts val="800"/>
              </a:spcAft>
              <a:defRPr sz="2000" b="0">
                <a:solidFill>
                  <a:srgbClr val="FFFFFF"/>
                </a:solidFill>
                <a:latin typeface="Source Sans Pro"/>
              </a:defRPr>
            </a:pPr>
            <a:r>
              <a:t>Marqait Icons</a:t>
            </a:r>
          </a:p>
        </p:txBody>
      </p:sp>
      <p:pic>
        <p:nvPicPr>
          <p:cNvPr id="3" name="Picture 2" descr="marqait_icon_innovation_20250901_165429_f3bbb0d3.png"/>
          <p:cNvPicPr>
            <a:picLocks noChangeAspect="1"/>
          </p:cNvPicPr>
          <p:nvPr/>
        </p:nvPicPr>
        <p:blipFill>
          <a:blip r:embed="rId2"/>
          <a:stretch>
            <a:fillRect/>
          </a:stretch>
        </p:blipFill>
        <p:spPr>
          <a:xfrm>
            <a:off x="2743200" y="2286000"/>
            <a:ext cx="914400" cy="914400"/>
          </a:xfrm>
          <a:prstGeom prst="rect">
            <a:avLst/>
          </a:prstGeom>
        </p:spPr>
      </p:pic>
      <p:sp>
        <p:nvSpPr>
          <p:cNvPr id="4" name="TextBox 3"/>
          <p:cNvSpPr txBox="1"/>
          <p:nvPr/>
        </p:nvSpPr>
        <p:spPr>
          <a:xfrm>
            <a:off x="2743200" y="32918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Innovation</a:t>
            </a:r>
          </a:p>
        </p:txBody>
      </p:sp>
      <p:pic>
        <p:nvPicPr>
          <p:cNvPr id="5" name="Picture 4" descr="marqait_icon_collaboration_20250901_165442_758a9de9.png"/>
          <p:cNvPicPr>
            <a:picLocks noChangeAspect="1"/>
          </p:cNvPicPr>
          <p:nvPr/>
        </p:nvPicPr>
        <p:blipFill>
          <a:blip r:embed="rId3"/>
          <a:stretch>
            <a:fillRect/>
          </a:stretch>
        </p:blipFill>
        <p:spPr>
          <a:xfrm>
            <a:off x="4572000" y="2286000"/>
            <a:ext cx="914400" cy="914400"/>
          </a:xfrm>
          <a:prstGeom prst="rect">
            <a:avLst/>
          </a:prstGeom>
        </p:spPr>
      </p:pic>
      <p:sp>
        <p:nvSpPr>
          <p:cNvPr id="6" name="TextBox 5"/>
          <p:cNvSpPr txBox="1"/>
          <p:nvPr/>
        </p:nvSpPr>
        <p:spPr>
          <a:xfrm>
            <a:off x="4572000" y="32918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Collaboration</a:t>
            </a:r>
          </a:p>
        </p:txBody>
      </p:sp>
      <p:pic>
        <p:nvPicPr>
          <p:cNvPr id="7" name="Picture 6" descr="marqait_icon_growth_20250901_165455_a8dda0e2.png"/>
          <p:cNvPicPr>
            <a:picLocks noChangeAspect="1"/>
          </p:cNvPicPr>
          <p:nvPr/>
        </p:nvPicPr>
        <p:blipFill>
          <a:blip r:embed="rId4"/>
          <a:stretch>
            <a:fillRect/>
          </a:stretch>
        </p:blipFill>
        <p:spPr>
          <a:xfrm>
            <a:off x="6400800" y="2286000"/>
            <a:ext cx="914400" cy="914400"/>
          </a:xfrm>
          <a:prstGeom prst="rect">
            <a:avLst/>
          </a:prstGeom>
        </p:spPr>
      </p:pic>
      <p:sp>
        <p:nvSpPr>
          <p:cNvPr id="8" name="TextBox 7"/>
          <p:cNvSpPr txBox="1"/>
          <p:nvPr/>
        </p:nvSpPr>
        <p:spPr>
          <a:xfrm>
            <a:off x="6400800" y="32918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Growth</a:t>
            </a:r>
          </a:p>
        </p:txBody>
      </p:sp>
      <p:pic>
        <p:nvPicPr>
          <p:cNvPr id="9" name="Picture 8" descr="marqait_icon_data_20250901_165509_5decc143.png"/>
          <p:cNvPicPr>
            <a:picLocks noChangeAspect="1"/>
          </p:cNvPicPr>
          <p:nvPr/>
        </p:nvPicPr>
        <p:blipFill>
          <a:blip r:embed="rId5"/>
          <a:stretch>
            <a:fillRect/>
          </a:stretch>
        </p:blipFill>
        <p:spPr>
          <a:xfrm>
            <a:off x="2743200" y="3657600"/>
            <a:ext cx="914400" cy="914400"/>
          </a:xfrm>
          <a:prstGeom prst="rect">
            <a:avLst/>
          </a:prstGeom>
        </p:spPr>
      </p:pic>
      <p:sp>
        <p:nvSpPr>
          <p:cNvPr id="10" name="TextBox 9"/>
          <p:cNvSpPr txBox="1"/>
          <p:nvPr/>
        </p:nvSpPr>
        <p:spPr>
          <a:xfrm>
            <a:off x="2743200" y="46634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Data</a:t>
            </a:r>
          </a:p>
        </p:txBody>
      </p:sp>
      <p:pic>
        <p:nvPicPr>
          <p:cNvPr id="11" name="Picture 10" descr="marqait_icon_code_20250901_165524_aa59b66f.png"/>
          <p:cNvPicPr>
            <a:picLocks noChangeAspect="1"/>
          </p:cNvPicPr>
          <p:nvPr/>
        </p:nvPicPr>
        <p:blipFill>
          <a:blip r:embed="rId6"/>
          <a:stretch>
            <a:fillRect/>
          </a:stretch>
        </p:blipFill>
        <p:spPr>
          <a:xfrm>
            <a:off x="4572000" y="3657600"/>
            <a:ext cx="914400" cy="914400"/>
          </a:xfrm>
          <a:prstGeom prst="rect">
            <a:avLst/>
          </a:prstGeom>
        </p:spPr>
      </p:pic>
      <p:sp>
        <p:nvSpPr>
          <p:cNvPr id="12" name="TextBox 11"/>
          <p:cNvSpPr txBox="1"/>
          <p:nvPr/>
        </p:nvSpPr>
        <p:spPr>
          <a:xfrm>
            <a:off x="4572000" y="46634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Code</a:t>
            </a:r>
          </a:p>
        </p:txBody>
      </p:sp>
      <p:pic>
        <p:nvPicPr>
          <p:cNvPr id="13" name="Picture 12" descr="marqait_icon_quality_20250901_165538_29ba76d5.png"/>
          <p:cNvPicPr>
            <a:picLocks noChangeAspect="1"/>
          </p:cNvPicPr>
          <p:nvPr/>
        </p:nvPicPr>
        <p:blipFill>
          <a:blip r:embed="rId7"/>
          <a:stretch>
            <a:fillRect/>
          </a:stretch>
        </p:blipFill>
        <p:spPr>
          <a:xfrm>
            <a:off x="6400800" y="3657600"/>
            <a:ext cx="914400" cy="914400"/>
          </a:xfrm>
          <a:prstGeom prst="rect">
            <a:avLst/>
          </a:prstGeom>
        </p:spPr>
      </p:pic>
      <p:sp>
        <p:nvSpPr>
          <p:cNvPr id="14" name="TextBox 13"/>
          <p:cNvSpPr txBox="1"/>
          <p:nvPr/>
        </p:nvSpPr>
        <p:spPr>
          <a:xfrm>
            <a:off x="6400800" y="4663440"/>
            <a:ext cx="914400" cy="365760"/>
          </a:xfrm>
          <a:prstGeom prst="rect">
            <a:avLst/>
          </a:prstGeom>
          <a:noFill/>
        </p:spPr>
        <p:txBody>
          <a:bodyPr wrap="none" lIns="0" rIns="0" tIns="0" bIns="0">
            <a:spAutoFit/>
          </a:bodyPr>
          <a:lstStyle/>
          <a:p>
            <a:pPr algn="ctr">
              <a:defRPr sz="1200" b="0">
                <a:solidFill>
                  <a:srgbClr val="FFFFFF"/>
                </a:solidFill>
                <a:latin typeface="Source Sans Pro"/>
              </a:defRPr>
            </a:pPr>
            <a:r>
              <a:t>Quality</a:t>
            </a:r>
          </a:p>
        </p:txBody>
      </p:sp>
      <p:cxnSp>
        <p:nvCxnSpPr>
          <p:cNvPr id="15" name="Connector 14"/>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16" name="TextBox 15"/>
          <p:cNvSpPr txBox="1"/>
          <p:nvPr/>
        </p:nvSpPr>
        <p:spPr>
          <a:xfrm>
            <a:off x="800100" y="5560695"/>
            <a:ext cx="3657600" cy="731520"/>
          </a:xfrm>
          <a:prstGeom prst="rect">
            <a:avLst/>
          </a:prstGeom>
          <a:noFill/>
        </p:spPr>
        <p:txBody>
          <a:bodyPr wrap="none">
            <a:spAutoFit/>
          </a:bodyPr>
          <a:lstStyle/>
          <a:p>
            <a:pPr algn="l">
              <a:defRPr sz="2800" b="1">
                <a:solidFill>
                  <a:srgbClr val="3F3D8E"/>
                </a:solidFill>
                <a:latin typeface="Inter"/>
              </a:defRPr>
            </a:pPr>
            <a:r>
              <a:t>ICONOGRAPHY</a:t>
            </a:r>
          </a:p>
        </p:txBody>
      </p:sp>
    </p:spTree>
  </p:cSld>
  <p:clrMapOvr>
    <a:masterClrMapping/>
  </p:clrMapOvr>
</p:sld>
</file>

<file path=ppt/slides/slide18.xml><?xml version="1.0" encoding="utf-8"?>
<p:sld xmlns:a="http://schemas.openxmlformats.org/drawingml/2006/main" xmlns:p="http://schemas.openxmlformats.org/presentationml/2006/main" xmlns:r="http://schemas.openxmlformats.org/officeDocument/2006/relationships">
  <p:cSld>
    <p:bg>
      <p:bgPr>
        <a:solidFill>
          <a:srgbClr val="000000"/>
        </a:solidFill>
        <a:effectLst/>
      </p:bgPr>
    </p:bg>
    <p:spTree>
      <p:nvGrpSpPr>
        <p:cNvPr id="1" name=""/>
        <p:cNvGrpSpPr/>
        <p:nvPr/>
      </p:nvGrpSpPr>
      <p:grpSpPr/>
      <p:sp>
        <p:nvSpPr>
          <p:cNvPr id="2" name="TextBox 1"/>
          <p:cNvSpPr txBox="1"/>
          <p:nvPr/>
        </p:nvSpPr>
        <p:spPr>
          <a:xfrm>
            <a:off x="800100" y="1051560"/>
            <a:ext cx="6858000" cy="2228850"/>
          </a:xfrm>
          <a:prstGeom prst="rect">
            <a:avLst/>
          </a:prstGeom>
          <a:noFill/>
        </p:spPr>
        <p:txBody>
          <a:bodyPr wrap="square" lIns="0" rIns="0" tIns="0" bIns="0">
            <a:spAutoFit/>
          </a:bodyPr>
          <a:lstStyle/>
          <a:p>
            <a:pPr algn="l">
              <a:spcAft>
                <a:spcPts val="600"/>
              </a:spcAft>
              <a:defRPr sz="1800" b="0">
                <a:solidFill>
                  <a:srgbClr val="FFFFFF"/>
                </a:solidFill>
                <a:latin typeface="Source Sans Pro"/>
              </a:defRPr>
            </a:pPr>
            <a:r>
              <a:t>Style: Minimalist design</a:t>
            </a:r>
          </a:p>
          <a:p>
            <a:pPr algn="l">
              <a:spcAft>
                <a:spcPts val="600"/>
              </a:spcAft>
              <a:defRPr sz="1800" b="0">
                <a:solidFill>
                  <a:srgbClr val="FFFFFF"/>
                </a:solidFill>
                <a:latin typeface="Source Sans Pro"/>
              </a:defRPr>
            </a:pPr>
            <a:r>
              <a:t>Color: #3F3D8E on black background</a:t>
            </a:r>
          </a:p>
          <a:p>
            <a:pPr algn="l">
              <a:spcAft>
                <a:spcPts val="600"/>
              </a:spcAft>
              <a:defRPr sz="1800" b="0">
                <a:solidFill>
                  <a:srgbClr val="FFFFFF"/>
                </a:solidFill>
                <a:latin typeface="Source Sans Pro"/>
              </a:defRPr>
            </a:pPr>
          </a:p>
          <a:p>
            <a:pPr algn="l">
              <a:spcAft>
                <a:spcPts val="600"/>
              </a:spcAft>
              <a:defRPr sz="1800" b="0">
                <a:solidFill>
                  <a:srgbClr val="FFFFFF"/>
                </a:solidFill>
                <a:latin typeface="Source Sans Pro"/>
              </a:defRPr>
            </a:pPr>
            <a:r>
              <a:t>Size Requirements:</a:t>
            </a:r>
          </a:p>
          <a:p>
            <a:pPr algn="l">
              <a:spcAft>
                <a:spcPts val="600"/>
              </a:spcAft>
              <a:defRPr sz="1800" b="0">
                <a:solidFill>
                  <a:srgbClr val="FFFFFF"/>
                </a:solidFill>
                <a:latin typeface="Source Sans Pro"/>
              </a:defRPr>
            </a:pPr>
            <a:r>
              <a:t>• Minimum: 16px web, 0.5" print</a:t>
            </a:r>
          </a:p>
          <a:p>
            <a:pPr algn="l">
              <a:spcAft>
                <a:spcPts val="600"/>
              </a:spcAft>
              <a:defRPr sz="1800" b="0">
                <a:solidFill>
                  <a:srgbClr val="FFFFFF"/>
                </a:solidFill>
                <a:latin typeface="Source Sans Pro"/>
              </a:defRPr>
            </a:pPr>
            <a:r>
              <a:t>• Recommended: 24px+ web, 0.75"+ print</a:t>
            </a:r>
          </a:p>
          <a:p>
            <a:pPr algn="l">
              <a:spcAft>
                <a:spcPts val="600"/>
              </a:spcAft>
              <a:defRPr sz="1800" b="0">
                <a:solidFill>
                  <a:srgbClr val="FFFFFF"/>
                </a:solidFill>
                <a:latin typeface="Source Sans Pro"/>
              </a:defRPr>
            </a:pPr>
          </a:p>
          <a:p>
            <a:pPr algn="l">
              <a:spcAft>
                <a:spcPts val="600"/>
              </a:spcAft>
              <a:defRPr sz="1800" b="0">
                <a:solidFill>
                  <a:srgbClr val="FFFFFF"/>
                </a:solidFill>
                <a:latin typeface="Source Sans Pro"/>
              </a:defRPr>
            </a:pPr>
            <a:r>
              <a:t>Spacing:</a:t>
            </a:r>
          </a:p>
          <a:p>
            <a:pPr algn="l">
              <a:spcAft>
                <a:spcPts val="600"/>
              </a:spcAft>
              <a:defRPr sz="1800" b="0">
                <a:solidFill>
                  <a:srgbClr val="FFFFFF"/>
                </a:solidFill>
                <a:latin typeface="Source Sans Pro"/>
              </a:defRPr>
            </a:pPr>
            <a:r>
              <a:t>• Clear space: 50% of icon width</a:t>
            </a:r>
          </a:p>
          <a:p>
            <a:pPr algn="l">
              <a:spcAft>
                <a:spcPts val="600"/>
              </a:spcAft>
              <a:defRPr sz="1800" b="0">
                <a:solidFill>
                  <a:srgbClr val="FFFFFF"/>
                </a:solidFill>
                <a:latin typeface="Source Sans Pro"/>
              </a:defRPr>
            </a:pPr>
            <a:r>
              <a:t>• Consistent grid alignment</a:t>
            </a:r>
          </a:p>
        </p:txBody>
      </p:sp>
      <p:cxnSp>
        <p:nvCxnSpPr>
          <p:cNvPr id="3" name="Connector 2"/>
          <p:cNvCxnSpPr/>
          <p:nvPr/>
        </p:nvCxnSpPr>
        <p:spPr>
          <a:xfrm>
            <a:off x="457200" y="5286375.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4" name="TextBox 3"/>
          <p:cNvSpPr txBox="1"/>
          <p:nvPr/>
        </p:nvSpPr>
        <p:spPr>
          <a:xfrm>
            <a:off x="800100" y="5560695"/>
            <a:ext cx="5486400" cy="731520"/>
          </a:xfrm>
          <a:prstGeom prst="rect">
            <a:avLst/>
          </a:prstGeom>
          <a:noFill/>
        </p:spPr>
        <p:txBody>
          <a:bodyPr wrap="none">
            <a:spAutoFit/>
          </a:bodyPr>
          <a:lstStyle/>
          <a:p>
            <a:pPr algn="l">
              <a:defRPr sz="2800" b="1">
                <a:solidFill>
                  <a:srgbClr val="3F3D8E"/>
                </a:solidFill>
                <a:latin typeface="Inter"/>
              </a:defRPr>
            </a:pPr>
            <a:r>
              <a:t>USAGE GUIDELINES</a:t>
            </a:r>
          </a:p>
        </p:txBody>
      </p:sp>
    </p:spTree>
  </p:cSld>
  <p:clrMapOvr>
    <a:masterClrMapping/>
  </p:clrMapOvr>
</p:sld>
</file>

<file path=ppt/slides/slide19.xml><?xml version="1.0" encoding="utf-8"?>
<p:sld xmlns:a="http://schemas.openxmlformats.org/drawingml/2006/main" xmlns:p="http://schemas.openxmlformats.org/presentationml/2006/main" xmlns:r="http://schemas.openxmlformats.org/officeDocument/2006/relationships">
  <p:cSld>
    <p:spTree>
      <p:nvGrpSpPr>
        <p:cNvPr id="1" name=""/>
        <p:cNvGrpSpPr/>
        <p:nvPr/>
      </p:nvGrpSpPr>
      <p:sp>
        <p:nvSpPr>
          <p:cNvPr id="2" name="Rectangle 1"/>
          <p:cNvSpPr/>
          <p:nvPr/>
        </p:nvSpPr>
        <p:spPr>
          <a:xfrm>
            <a:off x="0" y="0"/>
            <a:ext cx="9144000" cy="6858000"/>
          </a:xfrm>
          <a:prstGeom prst="rect">
            <a:avLst/>
          </a:prstGeom>
          <a:solidFill>
            <a:srgbClr val="1A1A1A"/>
          </a:solidFill>
          <a:ln>
            <a:no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grpSpPr/>
      <p:sp>
        <p:nvSpPr>
          <p:cNvPr id="3" name="Rectangle 2"/>
          <p:cNvSpPr/>
          <p:nvPr/>
        </p:nvSpPr>
        <p:spPr>
          <a:xfrm>
            <a:off x="868680" y="320040"/>
            <a:ext cx="2468880" cy="1463040"/>
          </a:xfrm>
          <a:prstGeom prst="rect">
            <a:avLst/>
          </a:prstGeom>
          <a:solidFill>
            <a:srgbClr val="F8F8F8"/>
          </a:solidFill>
          <a:ln w="12700">
            <a:solidFill>
              <a:srgbClr val="3F3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4" name="Picture 3" descr="marqait_illustration_1_20250901_165559_a607de83.png"/>
          <p:cNvPicPr>
            <a:picLocks noChangeAspect="1"/>
          </p:cNvPicPr>
          <p:nvPr/>
        </p:nvPicPr>
        <p:blipFill>
          <a:blip r:embed="rId2"/>
          <a:stretch>
            <a:fillRect/>
          </a:stretch>
        </p:blipFill>
        <p:spPr>
          <a:xfrm>
            <a:off x="914400" y="365760"/>
            <a:ext cx="2377440" cy="1371600"/>
          </a:xfrm>
          <a:prstGeom prst="rect">
            <a:avLst/>
          </a:prstGeom>
        </p:spPr>
      </p:pic>
      <p:sp>
        <p:nvSpPr>
          <p:cNvPr id="5" name="TextBox 4"/>
          <p:cNvSpPr txBox="1"/>
          <p:nvPr/>
        </p:nvSpPr>
        <p:spPr>
          <a:xfrm>
            <a:off x="914400" y="137160"/>
            <a:ext cx="2377440" cy="182880"/>
          </a:xfrm>
          <a:prstGeom prst="rect">
            <a:avLst/>
          </a:prstGeom>
          <a:noFill/>
        </p:spPr>
        <p:txBody>
          <a:bodyPr wrap="none" lIns="0" rIns="0" tIns="0" bIns="0">
            <a:spAutoFit/>
          </a:bodyPr>
          <a:lstStyle/>
          <a:p>
            <a:pPr algn="ctr">
              <a:defRPr sz="800" b="1">
                <a:solidFill>
                  <a:srgbClr val="3F3D8E"/>
                </a:solidFill>
                <a:latin typeface="Source Sans Pro"/>
              </a:defRPr>
            </a:pPr>
            <a:r>
              <a:t>External Focus</a:t>
            </a:r>
          </a:p>
        </p:txBody>
      </p:sp>
      <p:sp>
        <p:nvSpPr>
          <p:cNvPr id="6" name="TextBox 5"/>
          <p:cNvSpPr txBox="1"/>
          <p:nvPr/>
        </p:nvSpPr>
        <p:spPr>
          <a:xfrm>
            <a:off x="914400" y="1810512"/>
            <a:ext cx="2377440" cy="228600"/>
          </a:xfrm>
          <a:prstGeom prst="rect">
            <a:avLst/>
          </a:prstGeom>
          <a:noFill/>
        </p:spPr>
        <p:txBody>
          <a:bodyPr wrap="none" lIns="0" rIns="0" tIns="0" bIns="0">
            <a:spAutoFit/>
          </a:bodyPr>
          <a:lstStyle/>
          <a:p>
            <a:pPr algn="ctr">
              <a:defRPr sz="900" b="0">
                <a:solidFill>
                  <a:srgbClr val="666666"/>
                </a:solidFill>
                <a:latin typeface="Source Sans Pro"/>
              </a:defRPr>
            </a:pPr>
            <a:r>
              <a:t>Collaborative excellence in AI-Powe...</a:t>
            </a:r>
          </a:p>
        </p:txBody>
      </p:sp>
      <p:sp>
        <p:nvSpPr>
          <p:cNvPr id="7" name="Rectangle 6"/>
          <p:cNvSpPr/>
          <p:nvPr/>
        </p:nvSpPr>
        <p:spPr>
          <a:xfrm>
            <a:off x="3703320" y="320040"/>
            <a:ext cx="2468880" cy="1463040"/>
          </a:xfrm>
          <a:prstGeom prst="rect">
            <a:avLst/>
          </a:prstGeom>
          <a:solidFill>
            <a:srgbClr val="F8F8F8"/>
          </a:solidFill>
          <a:ln w="12700">
            <a:solidFill>
              <a:srgbClr val="3F3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8" name="Picture 7" descr="marqait_illustration_2_20250901_165620_266a1403.png"/>
          <p:cNvPicPr>
            <a:picLocks noChangeAspect="1"/>
          </p:cNvPicPr>
          <p:nvPr/>
        </p:nvPicPr>
        <p:blipFill>
          <a:blip r:embed="rId3"/>
          <a:stretch>
            <a:fillRect/>
          </a:stretch>
        </p:blipFill>
        <p:spPr>
          <a:xfrm>
            <a:off x="3749040" y="365760"/>
            <a:ext cx="2377440" cy="1371600"/>
          </a:xfrm>
          <a:prstGeom prst="rect">
            <a:avLst/>
          </a:prstGeom>
        </p:spPr>
      </p:pic>
      <p:sp>
        <p:nvSpPr>
          <p:cNvPr id="9" name="TextBox 8"/>
          <p:cNvSpPr txBox="1"/>
          <p:nvPr/>
        </p:nvSpPr>
        <p:spPr>
          <a:xfrm>
            <a:off x="3749040" y="137160"/>
            <a:ext cx="2377440" cy="182880"/>
          </a:xfrm>
          <a:prstGeom prst="rect">
            <a:avLst/>
          </a:prstGeom>
          <a:noFill/>
        </p:spPr>
        <p:txBody>
          <a:bodyPr wrap="none" lIns="0" rIns="0" tIns="0" bIns="0">
            <a:spAutoFit/>
          </a:bodyPr>
          <a:lstStyle/>
          <a:p>
            <a:pPr algn="ctr">
              <a:defRPr sz="800" b="1">
                <a:solidFill>
                  <a:srgbClr val="3F3D8E"/>
                </a:solidFill>
                <a:latin typeface="Source Sans Pro"/>
              </a:defRPr>
            </a:pPr>
            <a:r>
              <a:t>External Focus</a:t>
            </a:r>
          </a:p>
        </p:txBody>
      </p:sp>
      <p:sp>
        <p:nvSpPr>
          <p:cNvPr id="10" name="TextBox 9"/>
          <p:cNvSpPr txBox="1"/>
          <p:nvPr/>
        </p:nvSpPr>
        <p:spPr>
          <a:xfrm>
            <a:off x="3749040" y="1810512"/>
            <a:ext cx="2377440" cy="228600"/>
          </a:xfrm>
          <a:prstGeom prst="rect">
            <a:avLst/>
          </a:prstGeom>
          <a:noFill/>
        </p:spPr>
        <p:txBody>
          <a:bodyPr wrap="none" lIns="0" rIns="0" tIns="0" bIns="0">
            <a:spAutoFit/>
          </a:bodyPr>
          <a:lstStyle/>
          <a:p>
            <a:pPr algn="ctr">
              <a:defRPr sz="900" b="0">
                <a:solidFill>
                  <a:srgbClr val="666666"/>
                </a:solidFill>
                <a:latin typeface="Source Sans Pro"/>
              </a:defRPr>
            </a:pPr>
            <a:r>
              <a:t>Professional excellence in AI-Power...</a:t>
            </a:r>
          </a:p>
        </p:txBody>
      </p:sp>
      <p:sp>
        <p:nvSpPr>
          <p:cNvPr id="11" name="Rectangle 10"/>
          <p:cNvSpPr/>
          <p:nvPr/>
        </p:nvSpPr>
        <p:spPr>
          <a:xfrm>
            <a:off x="6537960" y="320040"/>
            <a:ext cx="2468880" cy="1463040"/>
          </a:xfrm>
          <a:prstGeom prst="rect">
            <a:avLst/>
          </a:prstGeom>
          <a:solidFill>
            <a:srgbClr val="F8F8F8"/>
          </a:solidFill>
          <a:ln w="12700">
            <a:solidFill>
              <a:srgbClr val="3F3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2" name="Picture 11" descr="marqait_illustration_3_20250901_165638_e54366ba.png"/>
          <p:cNvPicPr>
            <a:picLocks noChangeAspect="1"/>
          </p:cNvPicPr>
          <p:nvPr/>
        </p:nvPicPr>
        <p:blipFill>
          <a:blip r:embed="rId4"/>
          <a:stretch>
            <a:fillRect/>
          </a:stretch>
        </p:blipFill>
        <p:spPr>
          <a:xfrm>
            <a:off x="6583680" y="365760"/>
            <a:ext cx="2377440" cy="1371600"/>
          </a:xfrm>
          <a:prstGeom prst="rect">
            <a:avLst/>
          </a:prstGeom>
        </p:spPr>
      </p:pic>
      <p:sp>
        <p:nvSpPr>
          <p:cNvPr id="13" name="TextBox 12"/>
          <p:cNvSpPr txBox="1"/>
          <p:nvPr/>
        </p:nvSpPr>
        <p:spPr>
          <a:xfrm>
            <a:off x="6583680" y="137160"/>
            <a:ext cx="2377440" cy="182880"/>
          </a:xfrm>
          <a:prstGeom prst="rect">
            <a:avLst/>
          </a:prstGeom>
          <a:noFill/>
        </p:spPr>
        <p:txBody>
          <a:bodyPr wrap="none" lIns="0" rIns="0" tIns="0" bIns="0">
            <a:spAutoFit/>
          </a:bodyPr>
          <a:lstStyle/>
          <a:p>
            <a:pPr algn="ctr">
              <a:defRPr sz="800" b="1">
                <a:solidFill>
                  <a:srgbClr val="3F3D8E"/>
                </a:solidFill>
                <a:latin typeface="Source Sans Pro"/>
              </a:defRPr>
            </a:pPr>
            <a:r>
              <a:t>External Focus</a:t>
            </a:r>
          </a:p>
        </p:txBody>
      </p:sp>
      <p:sp>
        <p:nvSpPr>
          <p:cNvPr id="14" name="TextBox 13"/>
          <p:cNvSpPr txBox="1"/>
          <p:nvPr/>
        </p:nvSpPr>
        <p:spPr>
          <a:xfrm>
            <a:off x="6583680" y="1810512"/>
            <a:ext cx="2377440" cy="228600"/>
          </a:xfrm>
          <a:prstGeom prst="rect">
            <a:avLst/>
          </a:prstGeom>
          <a:noFill/>
        </p:spPr>
        <p:txBody>
          <a:bodyPr wrap="none" lIns="0" rIns="0" tIns="0" bIns="0">
            <a:spAutoFit/>
          </a:bodyPr>
          <a:lstStyle/>
          <a:p>
            <a:pPr algn="ctr">
              <a:defRPr sz="900" b="0">
                <a:solidFill>
                  <a:srgbClr val="666666"/>
                </a:solidFill>
                <a:latin typeface="Source Sans Pro"/>
              </a:defRPr>
            </a:pPr>
            <a:r>
              <a:t>Innovative solutions for AI-Powered...</a:t>
            </a:r>
          </a:p>
        </p:txBody>
      </p:sp>
      <p:sp>
        <p:nvSpPr>
          <p:cNvPr id="15" name="Rectangle 14"/>
          <p:cNvSpPr/>
          <p:nvPr/>
        </p:nvSpPr>
        <p:spPr>
          <a:xfrm>
            <a:off x="868680" y="2331720"/>
            <a:ext cx="2468880" cy="1463040"/>
          </a:xfrm>
          <a:prstGeom prst="rect">
            <a:avLst/>
          </a:prstGeom>
          <a:solidFill>
            <a:srgbClr val="F8F8F8"/>
          </a:solidFill>
          <a:ln w="12700">
            <a:solidFill>
              <a:srgbClr val="3F3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16" name="Picture 15" descr="marqait_illustration_5_20250901_165712_df900f9e.png"/>
          <p:cNvPicPr>
            <a:picLocks noChangeAspect="1"/>
          </p:cNvPicPr>
          <p:nvPr/>
        </p:nvPicPr>
        <p:blipFill>
          <a:blip r:embed="rId5"/>
          <a:stretch>
            <a:fillRect/>
          </a:stretch>
        </p:blipFill>
        <p:spPr>
          <a:xfrm>
            <a:off x="914400" y="2377440"/>
            <a:ext cx="2377440" cy="1371600"/>
          </a:xfrm>
          <a:prstGeom prst="rect">
            <a:avLst/>
          </a:prstGeom>
        </p:spPr>
      </p:pic>
      <p:sp>
        <p:nvSpPr>
          <p:cNvPr id="17" name="TextBox 16"/>
          <p:cNvSpPr txBox="1"/>
          <p:nvPr/>
        </p:nvSpPr>
        <p:spPr>
          <a:xfrm>
            <a:off x="914400" y="2148840"/>
            <a:ext cx="2377440" cy="182880"/>
          </a:xfrm>
          <a:prstGeom prst="rect">
            <a:avLst/>
          </a:prstGeom>
          <a:noFill/>
        </p:spPr>
        <p:txBody>
          <a:bodyPr wrap="none" lIns="0" rIns="0" tIns="0" bIns="0">
            <a:spAutoFit/>
          </a:bodyPr>
          <a:lstStyle/>
          <a:p>
            <a:pPr algn="ctr">
              <a:defRPr sz="800" b="1">
                <a:solidFill>
                  <a:srgbClr val="3F3D8E"/>
                </a:solidFill>
                <a:latin typeface="Source Sans Pro"/>
              </a:defRPr>
            </a:pPr>
            <a:r>
              <a:t>Internal Focus</a:t>
            </a:r>
          </a:p>
        </p:txBody>
      </p:sp>
      <p:sp>
        <p:nvSpPr>
          <p:cNvPr id="18" name="TextBox 17"/>
          <p:cNvSpPr txBox="1"/>
          <p:nvPr/>
        </p:nvSpPr>
        <p:spPr>
          <a:xfrm>
            <a:off x="914400" y="3822192"/>
            <a:ext cx="2377440" cy="228600"/>
          </a:xfrm>
          <a:prstGeom prst="rect">
            <a:avLst/>
          </a:prstGeom>
          <a:noFill/>
        </p:spPr>
        <p:txBody>
          <a:bodyPr wrap="none" lIns="0" rIns="0" tIns="0" bIns="0">
            <a:spAutoFit/>
          </a:bodyPr>
          <a:lstStyle/>
          <a:p>
            <a:pPr algn="ctr">
              <a:defRPr sz="900" b="0">
                <a:solidFill>
                  <a:srgbClr val="666666"/>
                </a:solidFill>
                <a:latin typeface="Source Sans Pro"/>
              </a:defRPr>
            </a:pPr>
            <a:r>
              <a:t>Collaborative teamwork and company ...</a:t>
            </a:r>
          </a:p>
        </p:txBody>
      </p:sp>
      <p:sp>
        <p:nvSpPr>
          <p:cNvPr id="19" name="Rectangle 18"/>
          <p:cNvSpPr/>
          <p:nvPr/>
        </p:nvSpPr>
        <p:spPr>
          <a:xfrm>
            <a:off x="3703320" y="2331720"/>
            <a:ext cx="2468880" cy="1463040"/>
          </a:xfrm>
          <a:prstGeom prst="rect">
            <a:avLst/>
          </a:prstGeom>
          <a:solidFill>
            <a:srgbClr val="F8F8F8"/>
          </a:solidFill>
          <a:ln w="12700">
            <a:solidFill>
              <a:srgbClr val="3F3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0" name="Picture 19" descr="marqait_illustration_4_20250901_165656_ad0dacd4.png"/>
          <p:cNvPicPr>
            <a:picLocks noChangeAspect="1"/>
          </p:cNvPicPr>
          <p:nvPr/>
        </p:nvPicPr>
        <p:blipFill>
          <a:blip r:embed="rId6"/>
          <a:stretch>
            <a:fillRect/>
          </a:stretch>
        </p:blipFill>
        <p:spPr>
          <a:xfrm>
            <a:off x="3749040" y="2377440"/>
            <a:ext cx="2377440" cy="1371600"/>
          </a:xfrm>
          <a:prstGeom prst="rect">
            <a:avLst/>
          </a:prstGeom>
        </p:spPr>
      </p:pic>
      <p:sp>
        <p:nvSpPr>
          <p:cNvPr id="21" name="TextBox 20"/>
          <p:cNvSpPr txBox="1"/>
          <p:nvPr/>
        </p:nvSpPr>
        <p:spPr>
          <a:xfrm>
            <a:off x="3749040" y="2148840"/>
            <a:ext cx="2377440" cy="182880"/>
          </a:xfrm>
          <a:prstGeom prst="rect">
            <a:avLst/>
          </a:prstGeom>
          <a:noFill/>
        </p:spPr>
        <p:txBody>
          <a:bodyPr wrap="none" lIns="0" rIns="0" tIns="0" bIns="0">
            <a:spAutoFit/>
          </a:bodyPr>
          <a:lstStyle/>
          <a:p>
            <a:pPr algn="ctr">
              <a:defRPr sz="800" b="1">
                <a:solidFill>
                  <a:srgbClr val="3F3D8E"/>
                </a:solidFill>
                <a:latin typeface="Source Sans Pro"/>
              </a:defRPr>
            </a:pPr>
            <a:r>
              <a:t>Internal Focus</a:t>
            </a:r>
          </a:p>
        </p:txBody>
      </p:sp>
      <p:sp>
        <p:nvSpPr>
          <p:cNvPr id="22" name="TextBox 21"/>
          <p:cNvSpPr txBox="1"/>
          <p:nvPr/>
        </p:nvSpPr>
        <p:spPr>
          <a:xfrm>
            <a:off x="3749040" y="3822192"/>
            <a:ext cx="2377440" cy="228600"/>
          </a:xfrm>
          <a:prstGeom prst="rect">
            <a:avLst/>
          </a:prstGeom>
          <a:noFill/>
        </p:spPr>
        <p:txBody>
          <a:bodyPr wrap="none" lIns="0" rIns="0" tIns="0" bIns="0">
            <a:spAutoFit/>
          </a:bodyPr>
          <a:lstStyle/>
          <a:p>
            <a:pPr algn="ctr">
              <a:defRPr sz="900" b="0">
                <a:solidFill>
                  <a:srgbClr val="666666"/>
                </a:solidFill>
                <a:latin typeface="Source Sans Pro"/>
              </a:defRPr>
            </a:pPr>
            <a:r>
              <a:t>Strategic growth and development in...</a:t>
            </a:r>
          </a:p>
        </p:txBody>
      </p:sp>
      <p:sp>
        <p:nvSpPr>
          <p:cNvPr id="23" name="Rectangle 22"/>
          <p:cNvSpPr/>
          <p:nvPr/>
        </p:nvSpPr>
        <p:spPr>
          <a:xfrm>
            <a:off x="6537960" y="2331720"/>
            <a:ext cx="2468880" cy="1463040"/>
          </a:xfrm>
          <a:prstGeom prst="rect">
            <a:avLst/>
          </a:prstGeom>
          <a:solidFill>
            <a:srgbClr val="F8F8F8"/>
          </a:solidFill>
          <a:ln w="12700">
            <a:solidFill>
              <a:srgbClr val="3F3D8E"/>
            </a:solidFill>
          </a:ln>
        </p:spPr>
        <p:style>
          <a:lnRef idx="1">
            <a:schemeClr val="accent1"/>
          </a:lnRef>
          <a:fillRef idx="3">
            <a:schemeClr val="accent1"/>
          </a:fillRef>
          <a:effectRef idx="2">
            <a:schemeClr val="accent1"/>
          </a:effectRef>
          <a:fontRef idx="minor">
            <a:schemeClr val="lt1"/>
          </a:fontRef>
        </p:style>
        <p:txBody>
          <a:bodyPr rtlCol="0" anchor="ctr"/>
          <a:lstStyle/>
          <a:p>
            <a:pPr algn="ctr"/>
          </a:p>
        </p:txBody>
      </p:sp>
      <p:pic>
        <p:nvPicPr>
          <p:cNvPr id="24" name="Picture 23" descr="marqait_illustration_6_20250901_165731_a29ad58f.png"/>
          <p:cNvPicPr>
            <a:picLocks noChangeAspect="1"/>
          </p:cNvPicPr>
          <p:nvPr/>
        </p:nvPicPr>
        <p:blipFill>
          <a:blip r:embed="rId7"/>
          <a:stretch>
            <a:fillRect/>
          </a:stretch>
        </p:blipFill>
        <p:spPr>
          <a:xfrm>
            <a:off x="6583680" y="2377440"/>
            <a:ext cx="2377440" cy="1371600"/>
          </a:xfrm>
          <a:prstGeom prst="rect">
            <a:avLst/>
          </a:prstGeom>
        </p:spPr>
      </p:pic>
      <p:sp>
        <p:nvSpPr>
          <p:cNvPr id="25" name="TextBox 24"/>
          <p:cNvSpPr txBox="1"/>
          <p:nvPr/>
        </p:nvSpPr>
        <p:spPr>
          <a:xfrm>
            <a:off x="6583680" y="2148840"/>
            <a:ext cx="2377440" cy="182880"/>
          </a:xfrm>
          <a:prstGeom prst="rect">
            <a:avLst/>
          </a:prstGeom>
          <a:noFill/>
        </p:spPr>
        <p:txBody>
          <a:bodyPr wrap="none" lIns="0" rIns="0" tIns="0" bIns="0">
            <a:spAutoFit/>
          </a:bodyPr>
          <a:lstStyle/>
          <a:p>
            <a:pPr algn="ctr">
              <a:defRPr sz="800" b="1">
                <a:solidFill>
                  <a:srgbClr val="3F3D8E"/>
                </a:solidFill>
                <a:latin typeface="Source Sans Pro"/>
              </a:defRPr>
            </a:pPr>
            <a:r>
              <a:t>Internal Focus</a:t>
            </a:r>
          </a:p>
        </p:txBody>
      </p:sp>
      <p:sp>
        <p:nvSpPr>
          <p:cNvPr id="26" name="TextBox 25"/>
          <p:cNvSpPr txBox="1"/>
          <p:nvPr/>
        </p:nvSpPr>
        <p:spPr>
          <a:xfrm>
            <a:off x="6583680" y="3822192"/>
            <a:ext cx="2377440" cy="228600"/>
          </a:xfrm>
          <a:prstGeom prst="rect">
            <a:avLst/>
          </a:prstGeom>
          <a:noFill/>
        </p:spPr>
        <p:txBody>
          <a:bodyPr wrap="none" lIns="0" rIns="0" tIns="0" bIns="0">
            <a:spAutoFit/>
          </a:bodyPr>
          <a:lstStyle/>
          <a:p>
            <a:pPr algn="ctr">
              <a:defRPr sz="900" b="0">
                <a:solidFill>
                  <a:srgbClr val="666666"/>
                </a:solidFill>
                <a:latin typeface="Source Sans Pro"/>
              </a:defRPr>
            </a:pPr>
            <a:r>
              <a:t>Technology integration and digital ...</a:t>
            </a:r>
          </a:p>
        </p:txBody>
      </p:sp>
      <p:sp>
        <p:nvSpPr>
          <p:cNvPr id="27" name="TextBox 26"/>
          <p:cNvSpPr txBox="1"/>
          <p:nvPr/>
        </p:nvSpPr>
        <p:spPr>
          <a:xfrm>
            <a:off x="914400" y="4663440"/>
            <a:ext cx="7315200" cy="731520"/>
          </a:xfrm>
          <a:prstGeom prst="rect">
            <a:avLst/>
          </a:prstGeom>
          <a:noFill/>
        </p:spPr>
        <p:txBody>
          <a:bodyPr wrap="square" lIns="0" rIns="0" tIns="0" bIns="0">
            <a:spAutoFit/>
          </a:bodyPr>
          <a:lstStyle/>
          <a:p>
            <a:pPr algn="ctr">
              <a:defRPr sz="1000" b="0">
                <a:solidFill>
                  <a:srgbClr val="333333"/>
                </a:solidFill>
                <a:latin typeface="Source Sans Pro"/>
              </a:defRPr>
            </a:pPr>
            <a:r>
              <a:t>USAGE NOTES: These illustrations define the visual storytelling style of the brand. Use them consistently across presentations, reports, and marketing materials to maintain brand coherence.</a:t>
            </a:r>
          </a:p>
        </p:txBody>
      </p:sp>
      <p:cxnSp>
        <p:nvCxnSpPr>
          <p:cNvPr id="28" name="Connector 27"/>
          <p:cNvCxnSpPr/>
          <p:nvPr/>
        </p:nvCxnSpPr>
        <p:spPr>
          <a:xfrm>
            <a:off x="457200" y="4914900.0"/>
            <a:ext cx="8229600" cy="0.0"/>
          </a:xfrm>
          <a:prstGeom prst="line">
            <a:avLst/>
          </a:prstGeom>
          <a:ln w="25400">
            <a:solidFill>
              <a:srgbClr val="3F3D8E"/>
            </a:solidFill>
          </a:ln>
        </p:spPr>
        <p:style>
          <a:lnRef idx="2">
            <a:schemeClr val="accent1"/>
          </a:lnRef>
          <a:fillRef idx="0">
            <a:schemeClr val="accent1"/>
          </a:fillRef>
          <a:effectRef idx="1">
            <a:schemeClr val="accent1"/>
          </a:effectRef>
          <a:fontRef idx="minor">
            <a:schemeClr val="tx1"/>
          </a:fontRef>
        </p:style>
      </p:cxnSp>
      <p:sp>
        <p:nvSpPr>
          <p:cNvPr id="29" name="TextBox 28"/>
          <p:cNvSpPr txBox="1"/>
          <p:nvPr/>
        </p:nvSpPr>
        <p:spPr>
          <a:xfrm>
            <a:off x="800100" y="5189220"/>
            <a:ext cx="5486400" cy="731520"/>
          </a:xfrm>
          <a:prstGeom prst="rect">
            <a:avLst/>
          </a:prstGeom>
          <a:noFill/>
        </p:spPr>
        <p:txBody>
          <a:bodyPr wrap="none" lIns="0" rIns="0" tIns="0" bIns="0">
            <a:spAutoFit/>
          </a:bodyPr>
          <a:lstStyle/>
          <a:p>
            <a:pPr algn="l">
              <a:defRPr sz="2800" b="1">
                <a:solidFill>
                  <a:srgbClr val="3F3D8E"/>
                </a:solidFill>
                <a:latin typeface="Inter"/>
              </a:defRPr>
            </a:pPr>
            <a:r>
              <a:t>BRAND ILLUSTRATIONS</a:t>
            </a:r>
          </a:p>
        </p:txBody>
      </p:sp>
    </p:spTree>
  </p:cSld>
  <p:clrMapOvr>
    <a:masterClrMapping/>
  </p:clrMapOvr>
</p:sld>
</file>

<file path=ppt/theme/theme1.xml><?xml version="1.0" encoding="utf-8"?>
<a:theme xmlns:a="http://schemas.openxmlformats.org/drawingml/2006/main" name="Office Theme">
  <a:themeElements>
    <a:clrScheme name="Office">
      <a:dk1>
        <a:sysClr val="windowText" lastClr="000000"/>
      </a:dk1>
      <a:lt1>
        <a:sysClr val="window" lastClr="FFFFFF"/>
      </a:lt1>
      <a:dk2>
        <a:srgbClr val="1F497D"/>
      </a:dk2>
      <a:lt2>
        <a:srgbClr val="EEECE1"/>
      </a:lt2>
      <a:accent1>
        <a:srgbClr val="4F81BD"/>
      </a:accent1>
      <a:accent2>
        <a:srgbClr val="C0504D"/>
      </a:accent2>
      <a:accent3>
        <a:srgbClr val="9BBB59"/>
      </a:accent3>
      <a:accent4>
        <a:srgbClr val="8064A2"/>
      </a:accent4>
      <a:accent5>
        <a:srgbClr val="4BACC6"/>
      </a:accent5>
      <a:accent6>
        <a:srgbClr val="F79646"/>
      </a:accent6>
      <a:hlink>
        <a:srgbClr val="0000FF"/>
      </a:hlink>
      <a:folHlink>
        <a:srgbClr val="800080"/>
      </a:folHlink>
    </a:clrScheme>
    <a:fontScheme name="Office">
      <a:majorFont>
        <a:latin typeface="Calibri"/>
        <a:ea typeface=""/>
        <a:cs typeface=""/>
        <a:font script="Jpan" typeface="ＭＳ Ｐゴシック"/>
        <a:font script="Hang" typeface="맑은 고딕"/>
        <a:font script="Hans" typeface="宋体"/>
        <a:font script="Hant" typeface="新細明體"/>
        <a:font script="Arab" typeface="Times New Roman"/>
        <a:font script="Hebr" typeface="Times New Roman"/>
        <a:font script="Thai" typeface="Angsana New"/>
        <a:font script="Ethi" typeface="Nyala"/>
        <a:font script="Beng" typeface="Vrinda"/>
        <a:font script="Gujr" typeface="Shruti"/>
        <a:font script="Khmr" typeface="MoolBoran"/>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Times New Roman"/>
        <a:font script="Uigh" typeface="Microsoft Uighur"/>
        <a:font script="Geor" typeface="Sylfaen"/>
      </a:majorFont>
      <a:minorFont>
        <a:latin typeface="Calibri"/>
        <a:ea typeface=""/>
        <a:cs typeface=""/>
        <a:font script="Jpan" typeface="ＭＳ Ｐゴシック"/>
        <a:font script="Hang" typeface="맑은 고딕"/>
        <a:font script="Hans" typeface="宋体"/>
        <a:font script="Hant" typeface="新細明體"/>
        <a:font script="Arab" typeface="Arial"/>
        <a:font script="Hebr" typeface="Arial"/>
        <a:font script="Thai" typeface="Cordia New"/>
        <a:font script="Ethi" typeface="Nyala"/>
        <a:font script="Beng" typeface="Vrinda"/>
        <a:font script="Gujr" typeface="Shruti"/>
        <a:font script="Khmr" typeface="DaunPenh"/>
        <a:font script="Knda" typeface="Tunga"/>
        <a:font script="Guru" typeface="Raavi"/>
        <a:font script="Cans" typeface="Euphemia"/>
        <a:font script="Cher" typeface="Plantagenet Cherokee"/>
        <a:font script="Yiii" typeface="Microsoft Yi Baiti"/>
        <a:font script="Tibt" typeface="Microsoft Himalaya"/>
        <a:font script="Thaa" typeface="MV Boli"/>
        <a:font script="Deva" typeface="Mangal"/>
        <a:font script="Telu" typeface="Gautami"/>
        <a:font script="Taml" typeface="Latha"/>
        <a:font script="Syrc" typeface="Estrangelo Edessa"/>
        <a:font script="Orya" typeface="Kalinga"/>
        <a:font script="Mlym" typeface="Kartika"/>
        <a:font script="Laoo" typeface="DokChampa"/>
        <a:font script="Sinh" typeface="Iskoola Pota"/>
        <a:font script="Mong" typeface="Mongolian Baiti"/>
        <a:font script="Viet" typeface="Arial"/>
        <a:font script="Uigh" typeface="Microsoft Uighur"/>
        <a:font script="Geor" typeface="Sylfaen"/>
      </a:minorFont>
    </a:fontScheme>
    <a:fmtScheme name="Office">
      <a:fillStyleLst>
        <a:solidFill>
          <a:schemeClr val="phClr"/>
        </a:solidFill>
        <a:gradFill rotWithShape="1">
          <a:gsLst>
            <a:gs pos="0">
              <a:schemeClr val="phClr">
                <a:tint val="50000"/>
                <a:satMod val="300000"/>
              </a:schemeClr>
            </a:gs>
            <a:gs pos="35000">
              <a:schemeClr val="phClr">
                <a:tint val="37000"/>
                <a:satMod val="300000"/>
              </a:schemeClr>
            </a:gs>
            <a:gs pos="100000">
              <a:schemeClr val="phClr">
                <a:tint val="15000"/>
                <a:satMod val="350000"/>
              </a:schemeClr>
            </a:gs>
          </a:gsLst>
          <a:lin ang="16200000" scaled="1"/>
        </a:gradFill>
        <a:gradFill rotWithShape="1">
          <a:gsLst>
            <a:gs pos="0">
              <a:schemeClr val="phClr">
                <a:tint val="100000"/>
                <a:shade val="100000"/>
                <a:satMod val="130000"/>
              </a:schemeClr>
            </a:gs>
            <a:gs pos="100000">
              <a:schemeClr val="phClr">
                <a:tint val="50000"/>
                <a:shade val="100000"/>
                <a:satMod val="350000"/>
              </a:schemeClr>
            </a:gs>
          </a:gsLst>
          <a:lin ang="16200000" scaled="0"/>
        </a:gradFill>
      </a:fillStyleLst>
      <a:lnStyleLst>
        <a:ln w="9525" cap="flat" cmpd="sng" algn="ctr">
          <a:solidFill>
            <a:schemeClr val="phClr">
              <a:shade val="95000"/>
              <a:satMod val="105000"/>
            </a:schemeClr>
          </a:solidFill>
          <a:prstDash val="solid"/>
        </a:ln>
        <a:ln w="25400" cap="flat" cmpd="sng" algn="ctr">
          <a:solidFill>
            <a:schemeClr val="phClr"/>
          </a:solidFill>
          <a:prstDash val="solid"/>
        </a:ln>
        <a:ln w="38100" cap="flat" cmpd="sng" algn="ctr">
          <a:solidFill>
            <a:schemeClr val="phClr"/>
          </a:solidFill>
          <a:prstDash val="solid"/>
        </a:ln>
      </a:lnStyleLst>
      <a:effectStyleLst>
        <a:effectStyle>
          <a:effectLst>
            <a:outerShdw blurRad="40000" dist="20000" dir="5400000" rotWithShape="0">
              <a:srgbClr val="000000">
                <a:alpha val="38000"/>
              </a:srgbClr>
            </a:outerShdw>
          </a:effectLst>
        </a:effectStyle>
        <a:effectStyle>
          <a:effectLst>
            <a:outerShdw blurRad="40000" dist="23000" dir="5400000" rotWithShape="0">
              <a:srgbClr val="000000">
                <a:alpha val="35000"/>
              </a:srgbClr>
            </a:outerShdw>
          </a:effectLst>
        </a:effectStyle>
        <a:effectStyle>
          <a:effectLst>
            <a:outerShdw blurRad="40000" dist="23000" dir="5400000" rotWithShape="0">
              <a:srgbClr val="000000">
                <a:alpha val="35000"/>
              </a:srgbClr>
            </a:outerShdw>
          </a:effectLst>
          <a:scene3d>
            <a:camera prst="orthographicFront">
              <a:rot lat="0" lon="0" rev="0"/>
            </a:camera>
            <a:lightRig rig="threePt" dir="t">
              <a:rot lat="0" lon="0" rev="1200000"/>
            </a:lightRig>
          </a:scene3d>
          <a:sp3d>
            <a:bevelT w="63500" h="25400"/>
          </a:sp3d>
        </a:effectStyle>
      </a:effectStyleLst>
      <a:bgFillStyleLst>
        <a:solidFill>
          <a:schemeClr val="phClr"/>
        </a:solidFill>
        <a:gradFill rotWithShape="1">
          <a:gsLst>
            <a:gs pos="0">
              <a:schemeClr val="phClr">
                <a:tint val="40000"/>
                <a:satMod val="350000"/>
              </a:schemeClr>
            </a:gs>
            <a:gs pos="40000">
              <a:schemeClr val="phClr">
                <a:tint val="45000"/>
                <a:shade val="99000"/>
                <a:satMod val="350000"/>
              </a:schemeClr>
            </a:gs>
            <a:gs pos="100000">
              <a:schemeClr val="phClr">
                <a:shade val="20000"/>
                <a:satMod val="255000"/>
              </a:schemeClr>
            </a:gs>
          </a:gsLst>
          <a:path path="circle">
            <a:fillToRect l="50000" t="-80000" r="50000" b="180000"/>
          </a:path>
        </a:gradFill>
        <a:gradFill rotWithShape="1">
          <a:gsLst>
            <a:gs pos="0">
              <a:schemeClr val="phClr">
                <a:tint val="80000"/>
                <a:satMod val="300000"/>
              </a:schemeClr>
            </a:gs>
            <a:gs pos="100000">
              <a:schemeClr val="phClr">
                <a:shade val="30000"/>
                <a:satMod val="200000"/>
              </a:schemeClr>
            </a:gs>
          </a:gsLst>
          <a:path path="circle">
            <a:fillToRect l="50000" t="50000" r="50000" b="50000"/>
          </a:path>
        </a:gradFill>
      </a:bgFillStyleLst>
    </a:fmtScheme>
  </a:themeElements>
  <a:objectDefaults>
    <a:spDef>
      <a:spPr/>
      <a:bodyPr/>
      <a:lstStyle/>
      <a:style>
        <a:lnRef idx="1">
          <a:schemeClr val="accent1"/>
        </a:lnRef>
        <a:fillRef idx="3">
          <a:schemeClr val="accent1"/>
        </a:fillRef>
        <a:effectRef idx="2">
          <a:schemeClr val="accent1"/>
        </a:effectRef>
        <a:fontRef idx="minor">
          <a:schemeClr val="lt1"/>
        </a:fontRef>
      </a:style>
    </a:spDef>
    <a:lnDef>
      <a:spPr/>
      <a:bodyPr/>
      <a:lstStyle/>
      <a:style>
        <a:lnRef idx="2">
          <a:schemeClr val="accent1"/>
        </a:lnRef>
        <a:fillRef idx="0">
          <a:schemeClr val="accent1"/>
        </a:fillRef>
        <a:effectRef idx="1">
          <a:schemeClr val="accent1"/>
        </a:effectRef>
        <a:fontRef idx="minor">
          <a:schemeClr val="tx1"/>
        </a:fontRef>
      </a:style>
    </a:lnDef>
  </a:objectDefaults>
  <a:extraClrSchemeLst/>
</a:theme>
</file>

<file path=docProps/app.xml><?xml version="1.0" encoding="utf-8"?>
<Properties xmlns="http://schemas.openxmlformats.org/officeDocument/2006/extended-properties" xmlns:vt="http://schemas.openxmlformats.org/officeDocument/2006/docPropsVTypes">
  <TotalTime>1</TotalTime>
  <Words>0</Words>
  <Application>Microsoft Macintosh PowerPoint</Application>
  <PresentationFormat>On-screen Show (4:3)</PresentationFormat>
  <Paragraphs>0</Paragraphs>
  <Slides>0</Slides>
  <Notes>0</Notes>
  <HiddenSlides>0</HiddenSlides>
  <MMClips>0</MMClips>
  <ScaleCrop>false</ScaleCrop>
  <HeadingPairs>
    <vt:vector size="4" baseType="variant">
      <vt:variant>
        <vt:lpstr>Theme</vt:lpstr>
      </vt:variant>
      <vt:variant>
        <vt:i4>1</vt:i4>
      </vt:variant>
      <vt:variant>
        <vt:lpstr>Slide Titles</vt:lpstr>
      </vt:variant>
      <vt:variant>
        <vt:i4>0</vt:i4>
      </vt:variant>
    </vt:vector>
  </HeadingPairs>
  <TitlesOfParts>
    <vt:vector size="1" baseType="lpstr">
      <vt:lpstr>Office Theme</vt:lpstr>
    </vt:vector>
  </TitlesOfParts>
  <Manager/>
  <Company/>
  <LinksUpToDate>false</LinksUpToDate>
  <SharedDoc>false</SharedDoc>
  <HyperlinkBase/>
  <HyperlinksChanged>false</HyperlinksChanged>
  <AppVersion>14.0000</AppVersion>
</Properties>
</file>

<file path=docProps/core.xml><?xml version="1.0" encoding="utf-8"?>
<cp:coreProperties xmlns:cp="http://schemas.openxmlformats.org/package/2006/metadata/core-properties" xmlns:dc="http://purl.org/dc/elements/1.1/" xmlns:dcterms="http://purl.org/dc/terms/" xmlns:dcmitype="http://purl.org/dc/dcmitype/" xmlns:xsi="http://www.w3.org/2001/XMLSchema-instance">
  <dc:title/>
  <dc:subject/>
  <dc:creator/>
  <cp:keywords/>
  <dc:description>generated using python-pptx</dc:description>
  <cp:lastModifiedBy>Steve Canny</cp:lastModifiedBy>
  <cp:revision>1</cp:revision>
  <dcterms:created xsi:type="dcterms:W3CDTF">2013-01-27T09:14:16Z</dcterms:created>
  <dcterms:modified xsi:type="dcterms:W3CDTF">2013-01-27T09:15:58Z</dcterms:modified>
  <cp:category/>
</cp:coreProperties>
</file>