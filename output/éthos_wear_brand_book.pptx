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Éthos Wear Brand Book</a:t>
            </a:r>
          </a:p>
        </p:txBody>
      </p:sp>
      <p:sp>
        <p:nvSpPr>
          <p:cNvPr id="3" name="Subtitle 2"/>
          <p:cNvSpPr>
            <a:spLocks noGrp="1"/>
          </p:cNvSpPr>
          <p:nvPr>
            <p:ph type="subTitle" idx="1"/>
          </p:nvPr>
        </p:nvSpPr>
        <p:spPr/>
        <p:txBody>
          <a:bodyPr/>
          <a:lstStyle/>
          <a:p>
            <a:r>
              <a:t>A comprehensive guide to your brand identity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Logo Variations</a:t>
            </a:r>
          </a:p>
        </p:txBody>
      </p:sp>
      <p:pic>
        <p:nvPicPr>
          <p:cNvPr id="3" name="Picture 2" descr="éthos_wear_logo_1_20250619_132252_c19b02cd.png"/>
          <p:cNvPicPr>
            <a:picLocks noChangeAspect="1"/>
          </p:cNvPicPr>
          <p:nvPr/>
        </p:nvPicPr>
        <p:blipFill>
          <a:blip r:embed="rId2"/>
          <a:stretch>
            <a:fillRect/>
          </a:stretch>
        </p:blipFill>
        <p:spPr>
          <a:xfrm>
            <a:off x="914400" y="1371600"/>
            <a:ext cx="1828800" cy="1828800"/>
          </a:xfrm>
          <a:prstGeom prst="rect">
            <a:avLst/>
          </a:prstGeom>
        </p:spPr>
      </p:pic>
      <p:pic>
        <p:nvPicPr>
          <p:cNvPr id="4" name="Picture 3" descr="éthos_wear_logo_2_20250619_132312_ec2d4ed3.png"/>
          <p:cNvPicPr>
            <a:picLocks noChangeAspect="1"/>
          </p:cNvPicPr>
          <p:nvPr/>
        </p:nvPicPr>
        <p:blipFill>
          <a:blip r:embed="rId3"/>
          <a:stretch>
            <a:fillRect/>
          </a:stretch>
        </p:blipFill>
        <p:spPr>
          <a:xfrm>
            <a:off x="3017520" y="1371600"/>
            <a:ext cx="1828800" cy="1828800"/>
          </a:xfrm>
          <a:prstGeom prst="rect">
            <a:avLst/>
          </a:prstGeom>
        </p:spPr>
      </p:pic>
      <p:pic>
        <p:nvPicPr>
          <p:cNvPr id="5" name="Picture 4" descr="éthos_wear_logo_3_20250619_132328_c0e842c0.png"/>
          <p:cNvPicPr>
            <a:picLocks noChangeAspect="1"/>
          </p:cNvPicPr>
          <p:nvPr/>
        </p:nvPicPr>
        <p:blipFill>
          <a:blip r:embed="rId4"/>
          <a:stretch>
            <a:fillRect/>
          </a:stretch>
        </p:blipFill>
        <p:spPr>
          <a:xfrm>
            <a:off x="5120640" y="1371600"/>
            <a:ext cx="182880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Color Palette</a:t>
            </a:r>
          </a:p>
        </p:txBody>
      </p:sp>
      <p:sp>
        <p:nvSpPr>
          <p:cNvPr id="3" name="Rectangle 2"/>
          <p:cNvSpPr/>
          <p:nvPr/>
        </p:nvSpPr>
        <p:spPr>
          <a:xfrm>
            <a:off x="914400" y="1371600"/>
            <a:ext cx="1371600" cy="914400"/>
          </a:xfrm>
          <a:prstGeom prst="rect">
            <a:avLst/>
          </a:prstGeom>
          <a:solidFill>
            <a:srgbClr val="333333"/>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pPr>
            <a:r>
              <a:t>Primary</a:t>
            </a:r>
          </a:p>
          <a:p>
            <a:pPr>
              <a:defRPr sz="1200" b="1"/>
            </a:pPr>
            <a:r>
              <a:t>#333333</a:t>
            </a:r>
          </a:p>
        </p:txBody>
      </p:sp>
      <p:sp>
        <p:nvSpPr>
          <p:cNvPr id="4" name="Rectangle 3"/>
          <p:cNvSpPr/>
          <p:nvPr/>
        </p:nvSpPr>
        <p:spPr>
          <a:xfrm>
            <a:off x="2560320" y="1371600"/>
            <a:ext cx="1371600" cy="914400"/>
          </a:xfrm>
          <a:prstGeom prst="rect">
            <a:avLst/>
          </a:prstGeom>
          <a:solidFill>
            <a:srgbClr val="BBBBBB"/>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pPr>
            <a:r>
              <a:t>Secondary</a:t>
            </a:r>
          </a:p>
          <a:p>
            <a:pPr>
              <a:defRPr sz="1200" b="1"/>
            </a:pPr>
            <a:r>
              <a:t>#BBBBBB</a:t>
            </a:r>
          </a:p>
        </p:txBody>
      </p:sp>
      <p:sp>
        <p:nvSpPr>
          <p:cNvPr id="5" name="Rectangle 4"/>
          <p:cNvSpPr/>
          <p:nvPr/>
        </p:nvSpPr>
        <p:spPr>
          <a:xfrm>
            <a:off x="4206240" y="1371600"/>
            <a:ext cx="1371600" cy="914400"/>
          </a:xfrm>
          <a:prstGeom prst="rect">
            <a:avLst/>
          </a:prstGeom>
          <a:solidFill>
            <a:srgbClr val="00B894"/>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pPr>
            <a:r>
              <a:t>Accent</a:t>
            </a:r>
          </a:p>
          <a:p>
            <a:pPr>
              <a:defRPr sz="1200" b="1"/>
            </a:pPr>
            <a:r>
              <a:t>#00B894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Typography</a:t>
            </a:r>
          </a:p>
        </p:txBody>
      </p:sp>
      <p:sp>
        <p:nvSpPr>
          <p:cNvPr id="3" name="TextBox 2"/>
          <p:cNvSpPr txBox="1"/>
          <p:nvPr/>
        </p:nvSpPr>
        <p:spPr>
          <a:xfrm>
            <a:off x="914400" y="1371600"/>
            <a:ext cx="5486400" cy="1828800"/>
          </a:xfrm>
          <a:prstGeom prst="rect">
            <a:avLst/>
          </a:prstGeom>
          <a:noFill/>
        </p:spPr>
        <p:txBody>
          <a:bodyPr wrap="square">
            <a:spAutoFit/>
          </a:bodyPr>
          <a:lstStyle/>
          <a:p>
            <a:pPr>
              <a:defRPr sz="1800"/>
            </a:pPr>
            <a:r>
              <a:t>Primary Font: Roboto</a:t>
            </a:r>
          </a:p>
          <a:p>
            <a:pPr>
              <a:defRPr sz="1800"/>
            </a:pPr>
            <a:r>
              <a:t>Secondary Font: Open Sans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Visual &amp; Photography Guidelines</a:t>
            </a:r>
          </a:p>
        </p:txBody>
      </p:sp>
      <p:sp>
        <p:nvSpPr>
          <p:cNvPr id="3" name="TextBox 2"/>
          <p:cNvSpPr txBox="1"/>
          <p:nvPr/>
        </p:nvSpPr>
        <p:spPr>
          <a:xfrm>
            <a:off x="914400" y="1371600"/>
            <a:ext cx="6400800" cy="2286000"/>
          </a:xfrm>
          <a:prstGeom prst="rect">
            <a:avLst/>
          </a:prstGeom>
          <a:noFill/>
        </p:spPr>
        <p:txBody>
          <a:bodyPr wrap="square">
            <a:spAutoFit/>
          </a:bodyPr>
          <a:lstStyle/>
          <a:p>
            <a:pPr>
              <a:defRPr sz="1600"/>
            </a:pPr>
            <a:r>
              <a:t>Visual Style:</a:t>
            </a:r>
          </a:p>
          <a:p>
            <a:pPr>
              <a:defRPr sz="1600"/>
            </a:pPr>
            <a:r>
              <a:t>Visual style for Éthos Wear in Sustainable Fashion: Organic, minimalist, earthy tones, natural textures, elegant, understated aesthetic, values: Sustainability, Ethical Production, Timeless Design, Transparency, audience: Environmentally conscious consumers, mindful shoppers aged 25-55, valuing quality over fast fashion. Use whitespace, on-brand accent color, modern design cues.</a:t>
            </a:r>
          </a:p>
          <a:p>
            <a:pPr>
              <a:defRPr sz="1600"/>
            </a:pPr>
          </a:p>
          <a:p>
            <a:pPr>
              <a:defRPr sz="1600"/>
            </a:pPr>
            <a:r>
              <a:t>Photography Style:</a:t>
            </a:r>
          </a:p>
          <a:p>
            <a:pPr>
              <a:defRPr sz="1600"/>
            </a:pPr>
            <a:r>
              <a:t>Photography style for Éthos Wear: Organic, minimalist, earthy tones, natural textures, elegant, understated and Sustainable Fashion feel. Show diversity, authenticity, and lighting that supports brand values: Sustainability, Ethical Production, Timeless Design, Transparency. Images should resonate with Environmentally conscious consumers, mindful shoppers aged 25-55, valuing quality over fast fashion.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 Story &amp; Mission (1)</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Brand Story:</a:t>
            </a:r>
          </a:p>
          <a:p>
            <a:pPr>
              <a:defRPr sz="1600"/>
            </a:pPr>
            <a:r>
              <a:t>At Éthos Wear, we believe in the power of fashion to make a positive impact on the world. Our journey began with a deep-rooted passion for sustainability, ethical practices, and timeless design. We knew that fashion could be a force for good, and Éthos Wear was born out of this belief. We are not just a fashion brand; we are a movement. A movement towards a more sustainable and ethical future in the fashion industry. We are committed to creating clothing that not only looks good but also does good.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 Story &amp; Mission (2)</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Each piece is crafted with care and consideration, from the sourcing of materials to the production process, ensuring that every step aligns with our values. Our designs are made to last, transcending trends and seasons. We believe in creating pieces that you will cherish for years to come, not just wear once and discard. Our commitment to timeless design is a reflection of our belief in quality over quantity, and our dedication to reducing the environmental impact of the fashion industry. Transparency is at the core of everything we 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 Story &amp; Mission (3)</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We believe in being open and honest about our practices, from the sourcing of materials to the wages of our workers. We want our customers to know exactly where their clothing comes from and the impact it has on the world around us. Mission Statement:</a:t>
            </a:r>
          </a:p>
          <a:p>
            <a:pPr>
              <a:defRPr sz="1600"/>
            </a:pPr>
            <a:r>
              <a:t>At Éthos Wear, our mission is to redefine the fashion industry by creating sustainable, ethically produced, and timeless clothing that empowers our customers to make a positive impact on the world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 Voice &amp; Tone (1)</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Éthos Wear's brand voice is sophisticated, yet approachable. It should convey a sense of elegance and timelessness, while also being warm and inviting to our environmentally conscious consumers. The tone should be informative and educational, guiding our audience through the importance of sustainability, ethical production, and transparency in the fashion industry.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 Voice &amp; Tone (2)</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The tone should be confident and authoritative when discussing our commitment to sustainable practices and ethical production, showcasing our expertise in the field. At the same time, it should be friendly and engaging when highlighting our timeless designs and the stories behind each piece, resonating with our mindful shoppers who value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Messaging &amp; Value Propositions (1)</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Messaging Architecture:</a:t>
            </a:r>
          </a:p>
          <a:p>
            <a:pPr>
              <a:defRPr sz="1600"/>
            </a:pPr>
          </a:p>
          <a:p>
            <a:pPr>
              <a:defRPr sz="1600"/>
            </a:pPr>
            <a:r>
              <a:t>1. Value Propositions for Environmentally Conscious Consumers:</a:t>
            </a:r>
          </a:p>
          <a:p>
            <a:pPr>
              <a:defRPr sz="1600"/>
            </a:pPr>
            <a:r>
              <a:t>- Crafted from sustainable materials and ethical practices to reduce environmental impact. - Every purchase supports initiatives that promote fair labor practices and contribute to a greener planet. - Designs that are timeless, versatile, and made to last, encouraging a more sustainable approach to fashion consumption.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Messaging &amp; Value Propositions (2)</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Value Propositions for Mindful Shoppers aged 25-55:</a:t>
            </a:r>
          </a:p>
          <a:p>
            <a:pPr>
              <a:defRPr sz="1600"/>
            </a:pPr>
            <a:r>
              <a:t>- Thoughtfully curated collections that blend style with sustainability, catering to discerning tastes. - Emphasis on quality craftsmanship and attention to detail, ensuring garments that stand the test of time. - A commitment to transparency in the supply chain, providing peace of mind for conscious consumers seeking ethically-made fashion.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Marketing Copy: Website</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Headline: Elevate Your Style with Éthos Wear - Where Sustainability Meets Timeless Elegance</a:t>
            </a:r>
          </a:p>
          <a:p>
            <a:pPr>
              <a:defRPr sz="1800"/>
            </a:pPr>
            <a:r>
              <a:t>Subheadline: Discover Ethically Produced Fashion with a Clear Conscience - For the Environmentally Conscious Shopper Seeking Quality and Transparency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Marketing Copy: Email</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Subject: Discover Éthos Wear: Where Sustainability Meets Timeless Style</a:t>
            </a:r>
          </a:p>
          <a:p>
            <a:pPr>
              <a:defRPr sz="1800"/>
            </a:pPr>
          </a:p>
          <a:p>
            <a:pPr>
              <a:defRPr sz="1800"/>
            </a:pPr>
            <a:r>
              <a:t>Preview: Join the movement towards ethical fashion with Éthos Wear - sustainable, transparent, and designed to last. Perfect for mindful shoppers aged 25-55 who value quality over fast fashion.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Marketing Copy: Social Media</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"Step into style with a clear conscience! 🌿♻️ Embrace sustainable fashion with Éthos Wear - where quality meets ethics. Our timeless designs are made with love and care, ensuring transparency every step of the way. Join us in making a difference for a greener tomorrow. #EthicalFashion #SustainableStyle #ConsciousConsumers"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Marketing Copy: Ad Copy</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"Join the movement towards sustainable style with Éthos Wear! Elevate your wardrobe with eco-friendly, high-quality pieces that stand the test of time. Shop now and make a lasting impact on the planet. Quality over quantity, every time. #ChooseÉthosWear"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Collateral: Business Card</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Simple, clean business card layout for Éthos Wear in Sustainable Fashion. Emphasize clarity, logo, and minimal info.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Collateral: Letterhead</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Letterhead with Éthos Wear branding, address, and subtle color accent from brand palette.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Collateral: Email Signature</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Professional email signature for Éthos Wear with logo, name, title, and key contact details.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Collateral: Presentation Template</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PPT cover slide and content slide layouts using Éthos Wear palette and fonts.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Collateral: Social Templates</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Instagram/Facebook post and story templates reflecting Éthos Wear's style and values.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